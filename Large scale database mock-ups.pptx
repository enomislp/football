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7" r:id="rId2"/>
    <p:sldId id="290" r:id="rId3"/>
    <p:sldId id="268" r:id="rId4"/>
    <p:sldId id="282" r:id="rId5"/>
    <p:sldId id="300" r:id="rId6"/>
    <p:sldId id="269" r:id="rId7"/>
    <p:sldId id="270" r:id="rId8"/>
    <p:sldId id="284" r:id="rId9"/>
    <p:sldId id="297" r:id="rId10"/>
    <p:sldId id="275" r:id="rId11"/>
    <p:sldId id="259" r:id="rId12"/>
    <p:sldId id="261" r:id="rId13"/>
    <p:sldId id="276" r:id="rId14"/>
    <p:sldId id="260" r:id="rId15"/>
    <p:sldId id="262" r:id="rId16"/>
    <p:sldId id="277" r:id="rId17"/>
    <p:sldId id="287" r:id="rId18"/>
    <p:sldId id="263" r:id="rId19"/>
    <p:sldId id="278" r:id="rId20"/>
    <p:sldId id="288" r:id="rId21"/>
    <p:sldId id="264" r:id="rId22"/>
    <p:sldId id="279" r:id="rId23"/>
    <p:sldId id="301" r:id="rId24"/>
    <p:sldId id="265" r:id="rId25"/>
    <p:sldId id="266" r:id="rId26"/>
    <p:sldId id="281" r:id="rId27"/>
    <p:sldId id="291" r:id="rId28"/>
    <p:sldId id="292" r:id="rId29"/>
    <p:sldId id="289" r:id="rId30"/>
    <p:sldId id="299" r:id="rId31"/>
    <p:sldId id="293" r:id="rId32"/>
    <p:sldId id="283" r:id="rId33"/>
    <p:sldId id="295" r:id="rId34"/>
    <p:sldId id="296" r:id="rId35"/>
    <p:sldId id="271" r:id="rId36"/>
    <p:sldId id="285" r:id="rId37"/>
    <p:sldId id="272" r:id="rId38"/>
    <p:sldId id="286" r:id="rId39"/>
    <p:sldId id="273" r:id="rId40"/>
    <p:sldId id="274" r:id="rId4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191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729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145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11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77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219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5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34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21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95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20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02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0E1A85-57EB-D71A-6000-8545E06B5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A0C86BF-7547-3B3E-D7C8-F358637809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6" r="11280" b="-1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0B5B11-A944-3BDC-0A03-7EC02C1E87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it-IT" sz="4800">
                <a:solidFill>
                  <a:schemeClr val="bg1"/>
                </a:solidFill>
              </a:rPr>
              <a:t>Large scale database mock-ups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6832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98F2F-5FE9-5E31-5164-5DC87398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2826392-807F-9C34-4906-508A58AD4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EBF636-CD0F-5233-65B4-CB87F8FF4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C4B4066-E663-6C42-C1E8-830886B1A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BFA4B99-1413-2D76-41B4-B27BE44B8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11330286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dirty="0"/>
              <a:t>Registered/Unregistered    </a:t>
            </a:r>
            <a:r>
              <a:rPr lang="en-US" sz="2000" dirty="0"/>
              <a:t>Search/Login/Sign up</a:t>
            </a:r>
            <a:endParaRPr lang="en-US" sz="3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C5819F-C1F7-6AC9-2A49-91A172EE1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5EFA3D-BDC1-F578-1FD7-6FA8EAA8C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A27DD44-333A-FD17-F453-5048393F74CD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5562E38-049F-1362-489F-E305B35D5DCB}"/>
              </a:ext>
            </a:extLst>
          </p:cNvPr>
          <p:cNvSpPr/>
          <p:nvPr/>
        </p:nvSpPr>
        <p:spPr>
          <a:xfrm>
            <a:off x="4267200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800EF5D-07CE-729F-A2F7-DF9BCEE96DF3}"/>
              </a:ext>
            </a:extLst>
          </p:cNvPr>
          <p:cNvSpPr txBox="1"/>
          <p:nvPr/>
        </p:nvSpPr>
        <p:spPr>
          <a:xfrm>
            <a:off x="4267200" y="155378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Football social club</a:t>
            </a:r>
          </a:p>
        </p:txBody>
      </p: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AFA1FD61-990F-B2CA-0FFD-DC8398AD80A5}"/>
              </a:ext>
            </a:extLst>
          </p:cNvPr>
          <p:cNvCxnSpPr/>
          <p:nvPr/>
        </p:nvCxnSpPr>
        <p:spPr>
          <a:xfrm>
            <a:off x="4385187" y="1995948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>
            <a:extLst>
              <a:ext uri="{FF2B5EF4-FFF2-40B4-BE49-F238E27FC236}">
                <a16:creationId xmlns:a16="http://schemas.microsoft.com/office/drawing/2014/main" id="{526CFC84-DB70-069F-37D5-C2FD6D0072BA}"/>
              </a:ext>
            </a:extLst>
          </p:cNvPr>
          <p:cNvSpPr/>
          <p:nvPr/>
        </p:nvSpPr>
        <p:spPr>
          <a:xfrm>
            <a:off x="4495800" y="2655862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41FC682-0B70-DCA3-28A6-2B4A4116CD62}"/>
              </a:ext>
            </a:extLst>
          </p:cNvPr>
          <p:cNvSpPr txBox="1"/>
          <p:nvPr/>
        </p:nvSpPr>
        <p:spPr>
          <a:xfrm>
            <a:off x="4495800" y="2216505"/>
            <a:ext cx="2327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: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8A7FB99-2058-2F33-21E5-522C7FD76601}"/>
              </a:ext>
            </a:extLst>
          </p:cNvPr>
          <p:cNvSpPr txBox="1"/>
          <p:nvPr/>
        </p:nvSpPr>
        <p:spPr>
          <a:xfrm>
            <a:off x="4598313" y="5483370"/>
            <a:ext cx="799596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Login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B20ABF0-7304-26F0-1F0A-511BB6262341}"/>
              </a:ext>
            </a:extLst>
          </p:cNvPr>
          <p:cNvSpPr txBox="1"/>
          <p:nvPr/>
        </p:nvSpPr>
        <p:spPr>
          <a:xfrm>
            <a:off x="6587613" y="5483370"/>
            <a:ext cx="1012722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Sign</a:t>
            </a:r>
            <a:r>
              <a:rPr lang="it-IT" dirty="0"/>
              <a:t> up</a:t>
            </a:r>
          </a:p>
        </p:txBody>
      </p:sp>
    </p:spTree>
    <p:extLst>
      <p:ext uri="{BB962C8B-B14F-4D97-AF65-F5344CB8AC3E}">
        <p14:creationId xmlns:p14="http://schemas.microsoft.com/office/powerpoint/2010/main" val="4235902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509581-2A52-2015-5E4E-AD0E064D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501D4D8-624C-256E-E8AB-C55B02C3FD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965B4A-C714-3017-5393-5178FCC07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65B14A0-5A6D-B7B4-F558-0A9E107F7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F1724B-7AE2-546E-7DA1-75ED00DFE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7872A1-C1BB-358E-5AD2-D6998646D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EDA042C-886F-7F5E-EC9F-FC43DDBFEA05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96E1F77-578B-3A9F-8F49-AD5420C9A84E}"/>
              </a:ext>
            </a:extLst>
          </p:cNvPr>
          <p:cNvSpPr/>
          <p:nvPr/>
        </p:nvSpPr>
        <p:spPr>
          <a:xfrm>
            <a:off x="210524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3DBD75C-9C53-BB70-9305-6D776938D1B0}"/>
              </a:ext>
            </a:extLst>
          </p:cNvPr>
          <p:cNvSpPr txBox="1"/>
          <p:nvPr/>
        </p:nvSpPr>
        <p:spPr>
          <a:xfrm>
            <a:off x="2950446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Searching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B8E6E65-6554-E7C8-7379-4954ABE2C91C}"/>
              </a:ext>
            </a:extLst>
          </p:cNvPr>
          <p:cNvCxnSpPr/>
          <p:nvPr/>
        </p:nvCxnSpPr>
        <p:spPr>
          <a:xfrm>
            <a:off x="230261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CE985ED8-2612-F6D9-7AF9-2EEBBB75383C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7BD087B-063F-2B82-0650-FC4271FDAE58}"/>
              </a:ext>
            </a:extLst>
          </p:cNvPr>
          <p:cNvSpPr txBox="1"/>
          <p:nvPr/>
        </p:nvSpPr>
        <p:spPr>
          <a:xfrm>
            <a:off x="6861467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A69D5359-82DE-4FD3-0E07-1DC43FC1EFB0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F35B2F55-4D21-2EE6-C96F-43B9CCAB41AA}"/>
              </a:ext>
            </a:extLst>
          </p:cNvPr>
          <p:cNvSpPr txBox="1"/>
          <p:nvPr/>
        </p:nvSpPr>
        <p:spPr>
          <a:xfrm>
            <a:off x="2330826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3F3997E-C8B7-58D4-6F76-98833BE97D48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6D1D53-FD72-4FCA-015C-A97B49C71B0E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A28848A-F2C0-34CF-43A2-348B2FCA235A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A498A36-8375-658A-32BF-E2DA575F0548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71401C8-1EFF-01AA-676D-4EC59DBF332E}"/>
              </a:ext>
            </a:extLst>
          </p:cNvPr>
          <p:cNvSpPr txBox="1"/>
          <p:nvPr/>
        </p:nvSpPr>
        <p:spPr>
          <a:xfrm>
            <a:off x="2307847" y="3389138"/>
            <a:ext cx="3255762" cy="258532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</a:p>
          <a:p>
            <a:r>
              <a:rPr lang="it-IT" u="sng" dirty="0"/>
              <a:t>Coach x</a:t>
            </a:r>
          </a:p>
          <a:p>
            <a:r>
              <a:rPr lang="it-IT" u="sng" dirty="0"/>
              <a:t>Team z</a:t>
            </a:r>
          </a:p>
          <a:p>
            <a:r>
              <a:rPr lang="it-IT" u="sng" dirty="0"/>
              <a:t>Player 5</a:t>
            </a:r>
          </a:p>
          <a:p>
            <a:r>
              <a:rPr lang="it-IT" u="sng" dirty="0"/>
              <a:t>User H</a:t>
            </a:r>
          </a:p>
          <a:p>
            <a:r>
              <a:rPr lang="it-IT" u="sng" dirty="0"/>
              <a:t>User B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2C10F64-1177-1D5F-BF6F-A0FF8CF8680F}"/>
              </a:ext>
            </a:extLst>
          </p:cNvPr>
          <p:cNvSpPr txBox="1"/>
          <p:nvPr/>
        </p:nvSpPr>
        <p:spPr>
          <a:xfrm>
            <a:off x="1945311" y="2883426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FC2B9B6-740A-71B0-A5C4-E40B2C172BA8}"/>
              </a:ext>
            </a:extLst>
          </p:cNvPr>
          <p:cNvSpPr txBox="1"/>
          <p:nvPr/>
        </p:nvSpPr>
        <p:spPr>
          <a:xfrm>
            <a:off x="2026834" y="62908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AEE8DF18-C961-1DDA-39CB-42BACE596B89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4" name="Titolo 1">
            <a:extLst>
              <a:ext uri="{FF2B5EF4-FFF2-40B4-BE49-F238E27FC236}">
                <a16:creationId xmlns:a16="http://schemas.microsoft.com/office/drawing/2014/main" id="{2AA286AF-9395-2303-3DDE-2AF745FDF880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Search result/show user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42393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68BA9-2CC4-B449-6C76-58635AF4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3AD8114-32FA-6F70-6FEE-EE22E5960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A3D25-BF26-3C58-FC02-8C66C5142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4640814-7CBB-162D-46D4-7E465DFC4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DBE7F5-9D7A-447B-DAFD-735F5AB94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F27F32-392C-E3E8-979D-6ECBFB4CD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8E869060-1519-DDA0-8E37-7FF4EA1D768D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A85C600-1E05-AC18-2FA5-7E1270039F23}"/>
              </a:ext>
            </a:extLst>
          </p:cNvPr>
          <p:cNvSpPr/>
          <p:nvPr/>
        </p:nvSpPr>
        <p:spPr>
          <a:xfrm>
            <a:off x="210524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3B310B1-A32A-4B6F-992D-EB672378453C}"/>
              </a:ext>
            </a:extLst>
          </p:cNvPr>
          <p:cNvSpPr txBox="1"/>
          <p:nvPr/>
        </p:nvSpPr>
        <p:spPr>
          <a:xfrm>
            <a:off x="2950446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Searching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D0D8693D-3D1D-63C3-D203-66045C1FD208}"/>
              </a:ext>
            </a:extLst>
          </p:cNvPr>
          <p:cNvCxnSpPr/>
          <p:nvPr/>
        </p:nvCxnSpPr>
        <p:spPr>
          <a:xfrm>
            <a:off x="230261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F79DDA82-44E0-F1D2-1E06-D63A7044B984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00AA4A7-99C8-BD90-6FCC-DC5243D7D781}"/>
              </a:ext>
            </a:extLst>
          </p:cNvPr>
          <p:cNvSpPr txBox="1"/>
          <p:nvPr/>
        </p:nvSpPr>
        <p:spPr>
          <a:xfrm>
            <a:off x="6861467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61060373-65C7-2846-5A46-C535AAF2C742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CA45EC05-8B09-151F-D610-5EB2C94A4C8E}"/>
              </a:ext>
            </a:extLst>
          </p:cNvPr>
          <p:cNvSpPr txBox="1"/>
          <p:nvPr/>
        </p:nvSpPr>
        <p:spPr>
          <a:xfrm>
            <a:off x="2330826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3776E51-2E17-17C0-B46A-5D27CB2C7653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38486E8-3936-6A22-2FF6-71E15E9E4EEE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F192E8E-D31B-6EF0-7EB7-E7178ED1EBAD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F996CE4-5363-5D68-30D4-E1F2C1E016DA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4A6DC1F-E253-7602-626F-FE04591A2413}"/>
              </a:ext>
            </a:extLst>
          </p:cNvPr>
          <p:cNvSpPr txBox="1"/>
          <p:nvPr/>
        </p:nvSpPr>
        <p:spPr>
          <a:xfrm>
            <a:off x="2307847" y="3389138"/>
            <a:ext cx="3255762" cy="258532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</a:p>
          <a:p>
            <a:r>
              <a:rPr lang="it-IT" u="sng" dirty="0"/>
              <a:t>Coach x</a:t>
            </a:r>
          </a:p>
          <a:p>
            <a:r>
              <a:rPr lang="it-IT" u="sng" dirty="0"/>
              <a:t>Team z</a:t>
            </a:r>
          </a:p>
          <a:p>
            <a:r>
              <a:rPr lang="it-IT" u="sng" dirty="0"/>
              <a:t>Player 5</a:t>
            </a:r>
          </a:p>
          <a:p>
            <a:r>
              <a:rPr lang="it-IT" u="sng" dirty="0"/>
              <a:t>User H</a:t>
            </a:r>
          </a:p>
          <a:p>
            <a:r>
              <a:rPr lang="it-IT" u="sng" dirty="0"/>
              <a:t>User B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9DE7500-66C0-4BCA-BE8B-EC784296C67A}"/>
              </a:ext>
            </a:extLst>
          </p:cNvPr>
          <p:cNvSpPr txBox="1"/>
          <p:nvPr/>
        </p:nvSpPr>
        <p:spPr>
          <a:xfrm>
            <a:off x="1945311" y="2883426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3C2C0F9B-1433-9426-DB05-FBFE4ECD67E5}"/>
              </a:ext>
            </a:extLst>
          </p:cNvPr>
          <p:cNvSpPr txBox="1"/>
          <p:nvPr/>
        </p:nvSpPr>
        <p:spPr>
          <a:xfrm>
            <a:off x="2026834" y="62908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0BD6690-2605-41DC-4340-27651A486033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C9DCB7AA-369C-B092-8E57-B7309DC45D0C}"/>
              </a:ext>
            </a:extLst>
          </p:cNvPr>
          <p:cNvSpPr txBox="1"/>
          <p:nvPr/>
        </p:nvSpPr>
        <p:spPr>
          <a:xfrm>
            <a:off x="7737658" y="471028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/90</a:t>
            </a: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54653102-EB3D-CEC1-D4C6-8366AE4E5A73}"/>
              </a:ext>
            </a:extLst>
          </p:cNvPr>
          <p:cNvSpPr/>
          <p:nvPr/>
        </p:nvSpPr>
        <p:spPr>
          <a:xfrm rot="10800000">
            <a:off x="8943178" y="3898007"/>
            <a:ext cx="131996" cy="782518"/>
          </a:xfrm>
          <a:prstGeom prst="downArrow">
            <a:avLst>
              <a:gd name="adj1" fmla="val 50000"/>
              <a:gd name="adj2" fmla="val 1062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61BE8966-EDFD-6D20-B91F-8DDAAF31E887}"/>
              </a:ext>
            </a:extLst>
          </p:cNvPr>
          <p:cNvSpPr txBox="1"/>
          <p:nvPr/>
        </p:nvSpPr>
        <p:spPr>
          <a:xfrm>
            <a:off x="3479594" y="341439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/Player1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13275517-03AE-8E72-396B-11F3EC646348}"/>
              </a:ext>
            </a:extLst>
          </p:cNvPr>
          <p:cNvSpPr txBox="1"/>
          <p:nvPr/>
        </p:nvSpPr>
        <p:spPr>
          <a:xfrm>
            <a:off x="3418337" y="3696264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Coachx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008271A4-AA16-7631-79AE-3ADA0A8B5ABB}"/>
              </a:ext>
            </a:extLst>
          </p:cNvPr>
          <p:cNvSpPr txBox="1"/>
          <p:nvPr/>
        </p:nvSpPr>
        <p:spPr>
          <a:xfrm>
            <a:off x="3372979" y="399564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Teamz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1" name="Freccia in giù 30">
            <a:extLst>
              <a:ext uri="{FF2B5EF4-FFF2-40B4-BE49-F238E27FC236}">
                <a16:creationId xmlns:a16="http://schemas.microsoft.com/office/drawing/2014/main" id="{C88D7B48-DA2A-2B5F-E047-28BCF57A43D5}"/>
              </a:ext>
            </a:extLst>
          </p:cNvPr>
          <p:cNvSpPr/>
          <p:nvPr/>
        </p:nvSpPr>
        <p:spPr>
          <a:xfrm rot="5400000">
            <a:off x="3371254" y="3466807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Freccia in giù 32">
            <a:extLst>
              <a:ext uri="{FF2B5EF4-FFF2-40B4-BE49-F238E27FC236}">
                <a16:creationId xmlns:a16="http://schemas.microsoft.com/office/drawing/2014/main" id="{0AFB845B-D7F1-2631-B1B8-5E9E81FA48C8}"/>
              </a:ext>
            </a:extLst>
          </p:cNvPr>
          <p:cNvSpPr/>
          <p:nvPr/>
        </p:nvSpPr>
        <p:spPr>
          <a:xfrm rot="5400000">
            <a:off x="3325667" y="3782953"/>
            <a:ext cx="135243" cy="172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Freccia in giù 33">
            <a:extLst>
              <a:ext uri="{FF2B5EF4-FFF2-40B4-BE49-F238E27FC236}">
                <a16:creationId xmlns:a16="http://schemas.microsoft.com/office/drawing/2014/main" id="{3DA5835B-FE2D-1C8B-93CD-B002FE09868B}"/>
              </a:ext>
            </a:extLst>
          </p:cNvPr>
          <p:cNvSpPr/>
          <p:nvPr/>
        </p:nvSpPr>
        <p:spPr>
          <a:xfrm rot="5400000">
            <a:off x="3281738" y="4029069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Titolo 1">
            <a:extLst>
              <a:ext uri="{FF2B5EF4-FFF2-40B4-BE49-F238E27FC236}">
                <a16:creationId xmlns:a16="http://schemas.microsoft.com/office/drawing/2014/main" id="{EC7965F4-A757-8C4C-AB72-07F206FCB1D4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Search result/show user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64665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592B1-2F5C-37AF-DCFE-D41994252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6B87E47-340D-A7E6-4A35-E81B197EA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4D8F65-55D4-2A7F-C072-8CB915754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2A5739C-84B3-E634-6567-892335511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F2443D-CDE9-9FD2-800B-B0ECCBF63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D25FB2-B215-7115-3D45-80FCFD16F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7A859D6-B74A-3F47-E11B-0D03CDDA224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1CC79B5-9733-FFBA-FCB2-B9B15E71CBE0}"/>
              </a:ext>
            </a:extLst>
          </p:cNvPr>
          <p:cNvSpPr/>
          <p:nvPr/>
        </p:nvSpPr>
        <p:spPr>
          <a:xfrm>
            <a:off x="210524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6E1EBFB-A790-2FAA-A05E-AE0F89796C8F}"/>
              </a:ext>
            </a:extLst>
          </p:cNvPr>
          <p:cNvSpPr txBox="1"/>
          <p:nvPr/>
        </p:nvSpPr>
        <p:spPr>
          <a:xfrm>
            <a:off x="2950446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Searching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E5099157-5AA5-933F-DDBD-179B33B1CEEC}"/>
              </a:ext>
            </a:extLst>
          </p:cNvPr>
          <p:cNvCxnSpPr/>
          <p:nvPr/>
        </p:nvCxnSpPr>
        <p:spPr>
          <a:xfrm>
            <a:off x="230261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7C937300-68B7-013E-3B74-6A3F32974878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938C9BD-411D-4063-6F8B-F029002B82E2}"/>
              </a:ext>
            </a:extLst>
          </p:cNvPr>
          <p:cNvSpPr txBox="1"/>
          <p:nvPr/>
        </p:nvSpPr>
        <p:spPr>
          <a:xfrm>
            <a:off x="6861467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5FAC2CE1-966E-D0BE-8873-FB2468445728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DB010342-FD65-5028-F564-7DA1CF403DAA}"/>
              </a:ext>
            </a:extLst>
          </p:cNvPr>
          <p:cNvSpPr txBox="1"/>
          <p:nvPr/>
        </p:nvSpPr>
        <p:spPr>
          <a:xfrm>
            <a:off x="2330826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279711F-EC36-22B2-5FC6-A7FEC5D9B6C9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194B6C8-963F-4D35-7208-1DC9C294F991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9C0540-CAAC-F962-4838-CCF9E4013903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0E65CE7-1F4D-E40A-9A61-40A6E517A1E7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1F08EDDC-C24D-E66E-01A9-1C68C1F58073}"/>
              </a:ext>
            </a:extLst>
          </p:cNvPr>
          <p:cNvSpPr txBox="1"/>
          <p:nvPr/>
        </p:nvSpPr>
        <p:spPr>
          <a:xfrm>
            <a:off x="2307847" y="3389138"/>
            <a:ext cx="3255762" cy="258532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</a:p>
          <a:p>
            <a:r>
              <a:rPr lang="it-IT" u="sng" dirty="0"/>
              <a:t>Coach x</a:t>
            </a:r>
          </a:p>
          <a:p>
            <a:r>
              <a:rPr lang="it-IT" u="sng" dirty="0"/>
              <a:t>Team z</a:t>
            </a:r>
          </a:p>
          <a:p>
            <a:r>
              <a:rPr lang="it-IT" u="sng" dirty="0"/>
              <a:t>Player 5</a:t>
            </a:r>
          </a:p>
          <a:p>
            <a:r>
              <a:rPr lang="it-IT" u="sng" dirty="0"/>
              <a:t>User H</a:t>
            </a:r>
          </a:p>
          <a:p>
            <a:r>
              <a:rPr lang="it-IT" u="sng" dirty="0"/>
              <a:t>User B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EF8F270-0F78-03EF-462E-475984C40C4D}"/>
              </a:ext>
            </a:extLst>
          </p:cNvPr>
          <p:cNvSpPr txBox="1"/>
          <p:nvPr/>
        </p:nvSpPr>
        <p:spPr>
          <a:xfrm>
            <a:off x="1945311" y="2883426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5676C2E-C88E-9F46-7AC0-2E283C7D9534}"/>
              </a:ext>
            </a:extLst>
          </p:cNvPr>
          <p:cNvSpPr txBox="1"/>
          <p:nvPr/>
        </p:nvSpPr>
        <p:spPr>
          <a:xfrm>
            <a:off x="2026834" y="62908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3DBD13F-4902-4932-F96D-772F2475D730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F70DEE42-BE10-EBA5-20B0-2413904B1074}"/>
              </a:ext>
            </a:extLst>
          </p:cNvPr>
          <p:cNvSpPr txBox="1"/>
          <p:nvPr/>
        </p:nvSpPr>
        <p:spPr>
          <a:xfrm>
            <a:off x="7737658" y="471028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/90</a:t>
            </a: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18FE9709-2918-4B73-E6F9-2E8C5322F779}"/>
              </a:ext>
            </a:extLst>
          </p:cNvPr>
          <p:cNvSpPr/>
          <p:nvPr/>
        </p:nvSpPr>
        <p:spPr>
          <a:xfrm rot="10800000">
            <a:off x="8943178" y="3898007"/>
            <a:ext cx="131996" cy="782518"/>
          </a:xfrm>
          <a:prstGeom prst="downArrow">
            <a:avLst>
              <a:gd name="adj1" fmla="val 50000"/>
              <a:gd name="adj2" fmla="val 1062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06C3DBB-BAAA-7EA4-9D56-3FD4635D66BB}"/>
              </a:ext>
            </a:extLst>
          </p:cNvPr>
          <p:cNvSpPr txBox="1"/>
          <p:nvPr/>
        </p:nvSpPr>
        <p:spPr>
          <a:xfrm>
            <a:off x="3479594" y="341439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/Player1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190A50B2-0DA4-65E8-A1F4-71EFDE5B15C3}"/>
              </a:ext>
            </a:extLst>
          </p:cNvPr>
          <p:cNvSpPr txBox="1"/>
          <p:nvPr/>
        </p:nvSpPr>
        <p:spPr>
          <a:xfrm>
            <a:off x="3418337" y="3696264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Coachx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7BE7764D-5DE8-2663-B4DF-B3DAB1F4E3F7}"/>
              </a:ext>
            </a:extLst>
          </p:cNvPr>
          <p:cNvSpPr txBox="1"/>
          <p:nvPr/>
        </p:nvSpPr>
        <p:spPr>
          <a:xfrm>
            <a:off x="3372979" y="399564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Teamz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1" name="Freccia in giù 30">
            <a:extLst>
              <a:ext uri="{FF2B5EF4-FFF2-40B4-BE49-F238E27FC236}">
                <a16:creationId xmlns:a16="http://schemas.microsoft.com/office/drawing/2014/main" id="{CE605671-E058-F57A-B1CB-C7DAB0ABE723}"/>
              </a:ext>
            </a:extLst>
          </p:cNvPr>
          <p:cNvSpPr/>
          <p:nvPr/>
        </p:nvSpPr>
        <p:spPr>
          <a:xfrm rot="5400000">
            <a:off x="3371254" y="3466807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Freccia in giù 32">
            <a:extLst>
              <a:ext uri="{FF2B5EF4-FFF2-40B4-BE49-F238E27FC236}">
                <a16:creationId xmlns:a16="http://schemas.microsoft.com/office/drawing/2014/main" id="{A210D23B-2ACE-1102-AD0B-45A66CC6FC8A}"/>
              </a:ext>
            </a:extLst>
          </p:cNvPr>
          <p:cNvSpPr/>
          <p:nvPr/>
        </p:nvSpPr>
        <p:spPr>
          <a:xfrm rot="5400000">
            <a:off x="3325667" y="3782953"/>
            <a:ext cx="135243" cy="172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Freccia in giù 33">
            <a:extLst>
              <a:ext uri="{FF2B5EF4-FFF2-40B4-BE49-F238E27FC236}">
                <a16:creationId xmlns:a16="http://schemas.microsoft.com/office/drawing/2014/main" id="{BD5F26B9-DE71-4F5F-EB85-A953F03BC5B9}"/>
              </a:ext>
            </a:extLst>
          </p:cNvPr>
          <p:cNvSpPr/>
          <p:nvPr/>
        </p:nvSpPr>
        <p:spPr>
          <a:xfrm rot="5400000">
            <a:off x="3281738" y="4029069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Titolo 1">
            <a:extLst>
              <a:ext uri="{FF2B5EF4-FFF2-40B4-BE49-F238E27FC236}">
                <a16:creationId xmlns:a16="http://schemas.microsoft.com/office/drawing/2014/main" id="{31C517E7-C8DB-3A61-19A5-CAA0273616FD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Search result/show user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43257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19B9-5611-1B6C-9804-F265A54A9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2668D5F-A4B2-345E-049E-C0F9E222A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571553-A77D-B98B-1554-8D1429076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A0E03C6-C1C5-17C4-3DEE-AA06F76441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F4C266-1301-445F-631F-E15E091CE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0BAB35-4389-8AC2-0E59-828E6A582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4FEC549-ACA3-8A03-7EBE-1A5DA94684D1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644E5BB-36EF-0A8E-0334-16D229710B87}"/>
              </a:ext>
            </a:extLst>
          </p:cNvPr>
          <p:cNvSpPr/>
          <p:nvPr/>
        </p:nvSpPr>
        <p:spPr>
          <a:xfrm>
            <a:off x="1710812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BB1DAC5-10E1-478F-ED83-E4DDE088EBBA}"/>
              </a:ext>
            </a:extLst>
          </p:cNvPr>
          <p:cNvSpPr txBox="1"/>
          <p:nvPr/>
        </p:nvSpPr>
        <p:spPr>
          <a:xfrm>
            <a:off x="1838828" y="1550535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Josè Mourinho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781D2A97-1581-F5B6-233B-6711153CDE8C}"/>
              </a:ext>
            </a:extLst>
          </p:cNvPr>
          <p:cNvCxnSpPr/>
          <p:nvPr/>
        </p:nvCxnSpPr>
        <p:spPr>
          <a:xfrm>
            <a:off x="1908183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4E37B39-EF5F-F6E9-E280-0661FFFA283D}"/>
              </a:ext>
            </a:extLst>
          </p:cNvPr>
          <p:cNvSpPr txBox="1"/>
          <p:nvPr/>
        </p:nvSpPr>
        <p:spPr>
          <a:xfrm>
            <a:off x="1908183" y="2115796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 of:       </a:t>
            </a:r>
            <a:r>
              <a:rPr lang="it-IT" u="sng" dirty="0"/>
              <a:t>Roma F.C.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8A2D37A3-2D36-F137-4423-F785796FD786}"/>
              </a:ext>
            </a:extLst>
          </p:cNvPr>
          <p:cNvSpPr txBox="1"/>
          <p:nvPr/>
        </p:nvSpPr>
        <p:spPr>
          <a:xfrm>
            <a:off x="2027283" y="2617241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0530D6-2BB8-7DB7-08B6-6C194589724D}"/>
              </a:ext>
            </a:extLst>
          </p:cNvPr>
          <p:cNvSpPr txBox="1"/>
          <p:nvPr/>
        </p:nvSpPr>
        <p:spPr>
          <a:xfrm>
            <a:off x="1587979" y="6230844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showCoach</a:t>
            </a:r>
            <a:r>
              <a:rPr lang="it-IT" dirty="0"/>
              <a:t>/</a:t>
            </a:r>
            <a:r>
              <a:rPr lang="it-IT" dirty="0" err="1"/>
              <a:t>Jose_Mourinho</a:t>
            </a:r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EEB4BF9-EA53-1FC5-11B2-CA1E492884F0}"/>
              </a:ext>
            </a:extLst>
          </p:cNvPr>
          <p:cNvSpPr/>
          <p:nvPr/>
        </p:nvSpPr>
        <p:spPr>
          <a:xfrm>
            <a:off x="6576468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122B3B-B0A7-5E1E-A737-2D8EECDE4BA1}"/>
              </a:ext>
            </a:extLst>
          </p:cNvPr>
          <p:cNvSpPr txBox="1"/>
          <p:nvPr/>
        </p:nvSpPr>
        <p:spPr>
          <a:xfrm>
            <a:off x="6704484" y="1550535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Josè Mourinho</a:t>
            </a:r>
          </a:p>
        </p:txBody>
      </p: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0DB997ED-E2AB-9221-49B2-9CF8D4158C15}"/>
              </a:ext>
            </a:extLst>
          </p:cNvPr>
          <p:cNvCxnSpPr/>
          <p:nvPr/>
        </p:nvCxnSpPr>
        <p:spPr>
          <a:xfrm>
            <a:off x="6773839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AD70F67-110C-DE37-6B04-D809E77DA8BE}"/>
              </a:ext>
            </a:extLst>
          </p:cNvPr>
          <p:cNvSpPr txBox="1"/>
          <p:nvPr/>
        </p:nvSpPr>
        <p:spPr>
          <a:xfrm>
            <a:off x="6773839" y="2115796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 of:       </a:t>
            </a:r>
            <a:r>
              <a:rPr lang="it-IT" u="sng" dirty="0"/>
              <a:t>Roma F.C.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38838EC-3220-5ECF-E35B-57E3131DCADE}"/>
              </a:ext>
            </a:extLst>
          </p:cNvPr>
          <p:cNvSpPr txBox="1"/>
          <p:nvPr/>
        </p:nvSpPr>
        <p:spPr>
          <a:xfrm>
            <a:off x="6892939" y="2617241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82FD4CC-83F3-5D96-D0A9-9CDFF7908AAA}"/>
              </a:ext>
            </a:extLst>
          </p:cNvPr>
          <p:cNvSpPr txBox="1"/>
          <p:nvPr/>
        </p:nvSpPr>
        <p:spPr>
          <a:xfrm>
            <a:off x="6453635" y="6230844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showCoach</a:t>
            </a:r>
            <a:r>
              <a:rPr lang="it-IT" dirty="0"/>
              <a:t>/</a:t>
            </a:r>
            <a:r>
              <a:rPr lang="it-IT" dirty="0" err="1"/>
              <a:t>Jose_Mourinho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E20C389-3A45-D05A-BCE1-75D898B1F42D}"/>
              </a:ext>
            </a:extLst>
          </p:cNvPr>
          <p:cNvSpPr txBox="1"/>
          <p:nvPr/>
        </p:nvSpPr>
        <p:spPr>
          <a:xfrm>
            <a:off x="8811102" y="944185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6" name="Freccia in giù 25">
            <a:extLst>
              <a:ext uri="{FF2B5EF4-FFF2-40B4-BE49-F238E27FC236}">
                <a16:creationId xmlns:a16="http://schemas.microsoft.com/office/drawing/2014/main" id="{0437F6C1-4D6E-E676-47FA-5121BE3C317D}"/>
              </a:ext>
            </a:extLst>
          </p:cNvPr>
          <p:cNvSpPr/>
          <p:nvPr/>
        </p:nvSpPr>
        <p:spPr>
          <a:xfrm rot="1897284">
            <a:off x="9251247" y="1219835"/>
            <a:ext cx="119102" cy="984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Titolo 1">
            <a:extLst>
              <a:ext uri="{FF2B5EF4-FFF2-40B4-BE49-F238E27FC236}">
                <a16:creationId xmlns:a16="http://schemas.microsoft.com/office/drawing/2014/main" id="{68426342-75EF-CEED-647C-CC4AD39342A5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show coach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70429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7074F0-DF63-9522-4EA7-C2C32F54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30F6583-FB1B-0044-8FEE-52F294A51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82E841-3082-EDD2-476F-55CE6276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B37E51C-26C4-CBD2-AF18-56EF61A15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0D2016-595F-036A-94E4-C1C85DBBF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0E76A4-3A9C-DE4B-A187-5A9620DCA7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01DE366-99E1-426B-E2EB-C15B482DF9AE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6BFE32-3BC9-4348-6A3A-5E69F44629B0}"/>
              </a:ext>
            </a:extLst>
          </p:cNvPr>
          <p:cNvSpPr/>
          <p:nvPr/>
        </p:nvSpPr>
        <p:spPr>
          <a:xfrm>
            <a:off x="1405573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ECF5B88-36BB-0810-4854-5DA9EFCCE527}"/>
              </a:ext>
            </a:extLst>
          </p:cNvPr>
          <p:cNvSpPr txBox="1"/>
          <p:nvPr/>
        </p:nvSpPr>
        <p:spPr>
          <a:xfrm>
            <a:off x="1533589" y="1484912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906329AF-F75D-8C67-089A-CFF1F427FE2E}"/>
              </a:ext>
            </a:extLst>
          </p:cNvPr>
          <p:cNvCxnSpPr/>
          <p:nvPr/>
        </p:nvCxnSpPr>
        <p:spPr>
          <a:xfrm>
            <a:off x="1602944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665C64A-B7FB-45F1-2E8A-A46274BFEF9C}"/>
              </a:ext>
            </a:extLst>
          </p:cNvPr>
          <p:cNvSpPr txBox="1"/>
          <p:nvPr/>
        </p:nvSpPr>
        <p:spPr>
          <a:xfrm>
            <a:off x="1744860" y="4566970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64089F5-52B6-5862-CC6A-2E1FC7C3C109}"/>
              </a:ext>
            </a:extLst>
          </p:cNvPr>
          <p:cNvSpPr txBox="1"/>
          <p:nvPr/>
        </p:nvSpPr>
        <p:spPr>
          <a:xfrm>
            <a:off x="1602944" y="2050173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Coach:     </a:t>
            </a:r>
            <a:r>
              <a:rPr lang="it-IT" u="sng" dirty="0"/>
              <a:t>Jose Mourinho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A9C9E57E-BBB0-69EF-F3B2-123452318A4D}"/>
              </a:ext>
            </a:extLst>
          </p:cNvPr>
          <p:cNvSpPr txBox="1"/>
          <p:nvPr/>
        </p:nvSpPr>
        <p:spPr>
          <a:xfrm>
            <a:off x="1596488" y="2749641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0AE023EF-C6C7-B177-14E8-921C6417D123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B926D8C-FF47-2EB7-F8CB-453FB1C0E52A}"/>
              </a:ext>
            </a:extLst>
          </p:cNvPr>
          <p:cNvSpPr txBox="1"/>
          <p:nvPr/>
        </p:nvSpPr>
        <p:spPr>
          <a:xfrm>
            <a:off x="6921744" y="1484912"/>
            <a:ext cx="1379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AE6A13F7-8781-9D73-6821-DFD5D017C41E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6B3AD30-6D89-F14E-F177-5765252305B2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Player 1 ATT 90</a:t>
            </a:r>
          </a:p>
          <a:p>
            <a:r>
              <a:rPr lang="it-IT" dirty="0"/>
              <a:t>Player 2 CC 88</a:t>
            </a:r>
          </a:p>
          <a:p>
            <a:r>
              <a:rPr lang="it-IT" dirty="0"/>
              <a:t>Player 3 DC 91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1C70B26F-1B5B-4D63-08B9-063F40888215}"/>
              </a:ext>
            </a:extLst>
          </p:cNvPr>
          <p:cNvSpPr txBox="1"/>
          <p:nvPr/>
        </p:nvSpPr>
        <p:spPr>
          <a:xfrm>
            <a:off x="8255806" y="1484912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Formation</a:t>
            </a:r>
            <a:r>
              <a:rPr lang="it-IT" dirty="0"/>
              <a:t> 24/25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5323D6F-A20E-8E57-B4F3-F79DFEA80C1E}"/>
              </a:ext>
            </a:extLst>
          </p:cNvPr>
          <p:cNvSpPr txBox="1"/>
          <p:nvPr/>
        </p:nvSpPr>
        <p:spPr>
          <a:xfrm>
            <a:off x="1286690" y="6161313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showTeam</a:t>
            </a:r>
            <a:r>
              <a:rPr lang="it-IT" dirty="0"/>
              <a:t>/</a:t>
            </a:r>
            <a:r>
              <a:rPr lang="it-IT" dirty="0" err="1"/>
              <a:t>Roma_FC</a:t>
            </a:r>
            <a:endParaRPr lang="it-IT" dirty="0"/>
          </a:p>
        </p:txBody>
      </p:sp>
      <p:sp>
        <p:nvSpPr>
          <p:cNvPr id="15" name="Titolo 1">
            <a:extLst>
              <a:ext uri="{FF2B5EF4-FFF2-40B4-BE49-F238E27FC236}">
                <a16:creationId xmlns:a16="http://schemas.microsoft.com/office/drawing/2014/main" id="{3F5B9E47-A38C-0004-B8FB-29A546153188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Show team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556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574F62-61BF-CBBA-7A68-D5D72758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C680DBF-682F-7D44-1FE4-9AEA77D2F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A8E9F-4587-6E54-FA82-1EE391832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C5E3C51-D4CD-9784-22B8-999CA7CC54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368244-E1A0-5F6D-86DA-4C7C71C1B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1FB597-15E1-513F-CC7E-FEBC8AB1C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2B5D55F-1DA4-94F9-88CC-188724FD3F9A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97F840F-B74B-0CA0-822C-C60823EBB35B}"/>
              </a:ext>
            </a:extLst>
          </p:cNvPr>
          <p:cNvSpPr/>
          <p:nvPr/>
        </p:nvSpPr>
        <p:spPr>
          <a:xfrm>
            <a:off x="1405573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C1FFFE0-D3A6-3DA0-19F3-7FC0AF028E37}"/>
              </a:ext>
            </a:extLst>
          </p:cNvPr>
          <p:cNvSpPr txBox="1"/>
          <p:nvPr/>
        </p:nvSpPr>
        <p:spPr>
          <a:xfrm>
            <a:off x="1533589" y="1484912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412A3641-88D3-F9ED-1BBE-B157598D012E}"/>
              </a:ext>
            </a:extLst>
          </p:cNvPr>
          <p:cNvCxnSpPr/>
          <p:nvPr/>
        </p:nvCxnSpPr>
        <p:spPr>
          <a:xfrm>
            <a:off x="1602944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FBCBF24-6C38-4C42-44A1-669B9136A71E}"/>
              </a:ext>
            </a:extLst>
          </p:cNvPr>
          <p:cNvSpPr txBox="1"/>
          <p:nvPr/>
        </p:nvSpPr>
        <p:spPr>
          <a:xfrm>
            <a:off x="1766322" y="5424952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03F6481-9393-BCFB-601D-DDA59C7DBFD5}"/>
              </a:ext>
            </a:extLst>
          </p:cNvPr>
          <p:cNvSpPr txBox="1"/>
          <p:nvPr/>
        </p:nvSpPr>
        <p:spPr>
          <a:xfrm>
            <a:off x="1602944" y="2050173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Coach:     </a:t>
            </a:r>
            <a:r>
              <a:rPr lang="it-IT" u="sng" dirty="0"/>
              <a:t>Jose Mourinho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15E33C1-1FB6-D5F6-B2CE-71A4773A2ED6}"/>
              </a:ext>
            </a:extLst>
          </p:cNvPr>
          <p:cNvSpPr txBox="1"/>
          <p:nvPr/>
        </p:nvSpPr>
        <p:spPr>
          <a:xfrm>
            <a:off x="1596488" y="2749641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D322B662-1812-7F65-626E-D56351694EF0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5E091F5-0DE9-8FD4-0D3F-D50B3F099284}"/>
              </a:ext>
            </a:extLst>
          </p:cNvPr>
          <p:cNvSpPr txBox="1"/>
          <p:nvPr/>
        </p:nvSpPr>
        <p:spPr>
          <a:xfrm>
            <a:off x="6921744" y="1484912"/>
            <a:ext cx="1379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8D6B7409-8E19-1199-D536-0E5B9C62166E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4E0D8532-7AC2-6251-ED98-572A27AA6A36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Player 1 ATT 90</a:t>
            </a:r>
          </a:p>
          <a:p>
            <a:r>
              <a:rPr lang="it-IT" dirty="0"/>
              <a:t>Player 2 CC 88</a:t>
            </a:r>
          </a:p>
          <a:p>
            <a:r>
              <a:rPr lang="it-IT" dirty="0"/>
              <a:t>Player 3 DC 91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BCDD5919-D313-D98D-308E-C6BF9AF4256E}"/>
              </a:ext>
            </a:extLst>
          </p:cNvPr>
          <p:cNvSpPr txBox="1"/>
          <p:nvPr/>
        </p:nvSpPr>
        <p:spPr>
          <a:xfrm>
            <a:off x="8255806" y="1484912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Formation</a:t>
            </a:r>
            <a:r>
              <a:rPr lang="it-IT" dirty="0"/>
              <a:t> 24/25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425BBCC-1145-ECA1-68F7-D5B10129A80A}"/>
              </a:ext>
            </a:extLst>
          </p:cNvPr>
          <p:cNvSpPr txBox="1"/>
          <p:nvPr/>
        </p:nvSpPr>
        <p:spPr>
          <a:xfrm>
            <a:off x="1286690" y="6161313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showTeam</a:t>
            </a:r>
            <a:r>
              <a:rPr lang="it-IT" dirty="0"/>
              <a:t>/</a:t>
            </a:r>
            <a:r>
              <a:rPr lang="it-IT" dirty="0" err="1"/>
              <a:t>Roma_FC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B6AD643-CF33-1236-7990-A68D11E36EC2}"/>
              </a:ext>
            </a:extLst>
          </p:cNvPr>
          <p:cNvSpPr txBox="1"/>
          <p:nvPr/>
        </p:nvSpPr>
        <p:spPr>
          <a:xfrm>
            <a:off x="1645192" y="4664012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api/Team/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cf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Freccia in giù 14">
            <a:extLst>
              <a:ext uri="{FF2B5EF4-FFF2-40B4-BE49-F238E27FC236}">
                <a16:creationId xmlns:a16="http://schemas.microsoft.com/office/drawing/2014/main" id="{C89464FE-E4D2-2C2C-03A2-899E3F4D4EF8}"/>
              </a:ext>
            </a:extLst>
          </p:cNvPr>
          <p:cNvSpPr/>
          <p:nvPr/>
        </p:nvSpPr>
        <p:spPr>
          <a:xfrm>
            <a:off x="2915930" y="5023398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Freccia in giù 17">
            <a:extLst>
              <a:ext uri="{FF2B5EF4-FFF2-40B4-BE49-F238E27FC236}">
                <a16:creationId xmlns:a16="http://schemas.microsoft.com/office/drawing/2014/main" id="{FD7C38BF-2F0E-B398-7DCC-4970A2C4ED68}"/>
              </a:ext>
            </a:extLst>
          </p:cNvPr>
          <p:cNvSpPr/>
          <p:nvPr/>
        </p:nvSpPr>
        <p:spPr>
          <a:xfrm rot="10800000">
            <a:off x="3521580" y="2358656"/>
            <a:ext cx="126064" cy="1402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61D6EDD1-76B3-5D13-3FA0-D570B21CC3DB}"/>
              </a:ext>
            </a:extLst>
          </p:cNvPr>
          <p:cNvSpPr txBox="1"/>
          <p:nvPr/>
        </p:nvSpPr>
        <p:spPr>
          <a:xfrm>
            <a:off x="2268350" y="2485415"/>
            <a:ext cx="3534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Jose_Mourinho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Titolo 1">
            <a:extLst>
              <a:ext uri="{FF2B5EF4-FFF2-40B4-BE49-F238E27FC236}">
                <a16:creationId xmlns:a16="http://schemas.microsoft.com/office/drawing/2014/main" id="{265738DA-7A9B-368F-F6A3-7492B60A2482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Show team/Show current formation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1220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923F55-0064-1144-FB15-1AA8172E4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4E440F0-81B2-6E23-CE7B-85446D77C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CC1EB-6CA8-4AE3-EF11-F8509B758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E4BBC78-C926-C7A3-D662-31275F1F1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F0D37D-CD88-CA81-0E59-D6C087B42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1E238-1C03-FE95-F535-D599D688D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EE1FAC91-35BB-28F0-333F-748ADA2108DA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0FE38CCC-9CC8-C115-5D7D-E429630E6AAF}"/>
              </a:ext>
            </a:extLst>
          </p:cNvPr>
          <p:cNvSpPr/>
          <p:nvPr/>
        </p:nvSpPr>
        <p:spPr>
          <a:xfrm>
            <a:off x="1401623" y="1326959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DF5C5EA-0098-FADC-2707-C158DCD7584A}"/>
              </a:ext>
            </a:extLst>
          </p:cNvPr>
          <p:cNvSpPr txBox="1"/>
          <p:nvPr/>
        </p:nvSpPr>
        <p:spPr>
          <a:xfrm>
            <a:off x="1529639" y="1479824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Lionel Messi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4A366546-CFD4-7D97-39B9-C12550FB83B1}"/>
              </a:ext>
            </a:extLst>
          </p:cNvPr>
          <p:cNvCxnSpPr/>
          <p:nvPr/>
        </p:nvCxnSpPr>
        <p:spPr>
          <a:xfrm>
            <a:off x="1598994" y="1930153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E042CFA-AF5B-4C16-C052-87A12456E973}"/>
              </a:ext>
            </a:extLst>
          </p:cNvPr>
          <p:cNvSpPr txBox="1"/>
          <p:nvPr/>
        </p:nvSpPr>
        <p:spPr>
          <a:xfrm>
            <a:off x="1598994" y="2045085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Plays in:       </a:t>
            </a:r>
            <a:r>
              <a:rPr lang="it-IT" u="sng" dirty="0"/>
              <a:t>Barcellona F.C</a:t>
            </a:r>
            <a:r>
              <a:rPr lang="it-IT" dirty="0"/>
              <a:t>.</a:t>
            </a:r>
            <a:endParaRPr lang="it-IT" u="sng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75192FA-8925-DC23-441E-8B4466D0D898}"/>
              </a:ext>
            </a:extLst>
          </p:cNvPr>
          <p:cNvSpPr txBox="1"/>
          <p:nvPr/>
        </p:nvSpPr>
        <p:spPr>
          <a:xfrm>
            <a:off x="1598994" y="3224839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Stats</a:t>
            </a:r>
            <a:r>
              <a:rPr lang="it-IT" dirty="0"/>
              <a:t> 2025: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85F170F-28FA-323B-D3D0-70367EED1EED}"/>
              </a:ext>
            </a:extLst>
          </p:cNvPr>
          <p:cNvSpPr txBox="1"/>
          <p:nvPr/>
        </p:nvSpPr>
        <p:spPr>
          <a:xfrm>
            <a:off x="1282740" y="6189476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showPlayer</a:t>
            </a:r>
            <a:r>
              <a:rPr lang="it-IT" dirty="0"/>
              <a:t>/</a:t>
            </a:r>
            <a:r>
              <a:rPr lang="it-IT" dirty="0" err="1"/>
              <a:t>Lionel_Messi</a:t>
            </a:r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C7CE72A-38E8-36DA-AE55-13EFAB891A2C}"/>
              </a:ext>
            </a:extLst>
          </p:cNvPr>
          <p:cNvSpPr/>
          <p:nvPr/>
        </p:nvSpPr>
        <p:spPr>
          <a:xfrm>
            <a:off x="6660313" y="1326959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65047EA-D864-23D4-906B-59BEF3F208EF}"/>
              </a:ext>
            </a:extLst>
          </p:cNvPr>
          <p:cNvSpPr txBox="1"/>
          <p:nvPr/>
        </p:nvSpPr>
        <p:spPr>
          <a:xfrm>
            <a:off x="6788329" y="1479824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Lionel Messi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8668D775-296A-E631-C66A-2A067010454A}"/>
              </a:ext>
            </a:extLst>
          </p:cNvPr>
          <p:cNvCxnSpPr/>
          <p:nvPr/>
        </p:nvCxnSpPr>
        <p:spPr>
          <a:xfrm>
            <a:off x="6857684" y="1930153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4B5205-179D-E14A-89E3-18961BB2DB20}"/>
              </a:ext>
            </a:extLst>
          </p:cNvPr>
          <p:cNvSpPr txBox="1"/>
          <p:nvPr/>
        </p:nvSpPr>
        <p:spPr>
          <a:xfrm>
            <a:off x="6857684" y="2045085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Plays in:       </a:t>
            </a:r>
            <a:r>
              <a:rPr lang="it-IT" u="sng" dirty="0"/>
              <a:t>Barcellona F.C</a:t>
            </a:r>
            <a:r>
              <a:rPr lang="it-IT" dirty="0"/>
              <a:t>.</a:t>
            </a:r>
            <a:endParaRPr lang="it-IT" u="sng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0D042D-F721-8813-9057-059E296C8EEA}"/>
              </a:ext>
            </a:extLst>
          </p:cNvPr>
          <p:cNvSpPr txBox="1"/>
          <p:nvPr/>
        </p:nvSpPr>
        <p:spPr>
          <a:xfrm>
            <a:off x="6857684" y="3224839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Stats</a:t>
            </a:r>
            <a:r>
              <a:rPr lang="it-IT" dirty="0"/>
              <a:t> 2025: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8305F200-EDAB-73BB-3246-C8304B9ABF7C}"/>
              </a:ext>
            </a:extLst>
          </p:cNvPr>
          <p:cNvSpPr txBox="1"/>
          <p:nvPr/>
        </p:nvSpPr>
        <p:spPr>
          <a:xfrm>
            <a:off x="6541430" y="6189476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showPlayer</a:t>
            </a:r>
            <a:r>
              <a:rPr lang="it-IT" dirty="0"/>
              <a:t>/</a:t>
            </a:r>
            <a:r>
              <a:rPr lang="it-IT" dirty="0" err="1"/>
              <a:t>Lionel_Messi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592376E4-8DD5-08DF-FAFA-125C33E2441E}"/>
              </a:ext>
            </a:extLst>
          </p:cNvPr>
          <p:cNvSpPr txBox="1"/>
          <p:nvPr/>
        </p:nvSpPr>
        <p:spPr>
          <a:xfrm>
            <a:off x="6857684" y="2592758"/>
            <a:ext cx="2831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Barcellona_FC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Freccia in giù 20">
            <a:extLst>
              <a:ext uri="{FF2B5EF4-FFF2-40B4-BE49-F238E27FC236}">
                <a16:creationId xmlns:a16="http://schemas.microsoft.com/office/drawing/2014/main" id="{BEE2DA12-2B50-71EA-D6B6-551461E07FCC}"/>
              </a:ext>
            </a:extLst>
          </p:cNvPr>
          <p:cNvSpPr/>
          <p:nvPr/>
        </p:nvSpPr>
        <p:spPr>
          <a:xfrm rot="10800000">
            <a:off x="8663880" y="2380331"/>
            <a:ext cx="127544" cy="2546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Titolo 1">
            <a:extLst>
              <a:ext uri="{FF2B5EF4-FFF2-40B4-BE49-F238E27FC236}">
                <a16:creationId xmlns:a16="http://schemas.microsoft.com/office/drawing/2014/main" id="{33C4F1E6-C243-A436-7A5A-8E4AA74A583D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11330286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Registered/Unregistered    </a:t>
            </a:r>
            <a:r>
              <a:rPr lang="en-US" sz="2000" dirty="0"/>
              <a:t>Show player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680274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5121E-BACA-678A-2DFE-CC2297CE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19D896-F59B-0D77-805C-CFF1D7367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B1A394-EE9E-76B9-21E9-8D91E3BC6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89515F5-93B7-A26A-62A6-686EB982E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628E338-70E1-0F5C-0284-9ECFDC8DC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452324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Unregistered user  </a:t>
            </a:r>
            <a:r>
              <a:rPr lang="en-US" sz="2000" dirty="0"/>
              <a:t>Sign up</a:t>
            </a:r>
            <a:r>
              <a:rPr lang="en-US" sz="3600" dirty="0"/>
              <a:t> 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7D3EBB-E871-6C91-C733-80D1D37E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C57C4B-69E4-3949-70B6-559439764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ECDFC4BB-C643-7DBB-3485-EFB99F0E3D48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0467890-0782-84C1-36A1-D90A95CBDA0C}"/>
              </a:ext>
            </a:extLst>
          </p:cNvPr>
          <p:cNvSpPr/>
          <p:nvPr/>
        </p:nvSpPr>
        <p:spPr>
          <a:xfrm>
            <a:off x="4267200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4D6236A-FCAC-5AD7-5CEF-2F24A03E6795}"/>
              </a:ext>
            </a:extLst>
          </p:cNvPr>
          <p:cNvSpPr txBox="1"/>
          <p:nvPr/>
        </p:nvSpPr>
        <p:spPr>
          <a:xfrm>
            <a:off x="4267200" y="155378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Sign</a:t>
            </a:r>
            <a:r>
              <a:rPr lang="it-IT" dirty="0"/>
              <a:t> up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5B49B66-5675-90B1-AD98-2C319CEB3A68}"/>
              </a:ext>
            </a:extLst>
          </p:cNvPr>
          <p:cNvSpPr txBox="1"/>
          <p:nvPr/>
        </p:nvSpPr>
        <p:spPr>
          <a:xfrm>
            <a:off x="4361332" y="2487771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Email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3FE4629-8E13-6174-1339-327787ABAFFF}"/>
              </a:ext>
            </a:extLst>
          </p:cNvPr>
          <p:cNvSpPr txBox="1"/>
          <p:nvPr/>
        </p:nvSpPr>
        <p:spPr>
          <a:xfrm>
            <a:off x="4361332" y="3472360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Password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6A52647-3390-DB35-7A68-2F4B7DA77E2C}"/>
              </a:ext>
            </a:extLst>
          </p:cNvPr>
          <p:cNvSpPr txBox="1"/>
          <p:nvPr/>
        </p:nvSpPr>
        <p:spPr>
          <a:xfrm>
            <a:off x="4385187" y="4463880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Repeat</a:t>
            </a:r>
            <a:r>
              <a:rPr lang="it-IT" dirty="0"/>
              <a:t> password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B0FE668B-1DBC-DF54-64A3-A287EC48913B}"/>
              </a:ext>
            </a:extLst>
          </p:cNvPr>
          <p:cNvCxnSpPr/>
          <p:nvPr/>
        </p:nvCxnSpPr>
        <p:spPr>
          <a:xfrm>
            <a:off x="4464571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73485D33-6907-AAF7-1858-9F211AD5B78F}"/>
              </a:ext>
            </a:extLst>
          </p:cNvPr>
          <p:cNvSpPr/>
          <p:nvPr/>
        </p:nvSpPr>
        <p:spPr>
          <a:xfrm>
            <a:off x="4495800" y="2873137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6A62376B-22D6-AF26-872C-A1ADC7BBF9D8}"/>
              </a:ext>
            </a:extLst>
          </p:cNvPr>
          <p:cNvSpPr/>
          <p:nvPr/>
        </p:nvSpPr>
        <p:spPr>
          <a:xfrm>
            <a:off x="4495800" y="3822915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29BC4ECC-D487-37E6-555A-F406486FE1B8}"/>
              </a:ext>
            </a:extLst>
          </p:cNvPr>
          <p:cNvSpPr/>
          <p:nvPr/>
        </p:nvSpPr>
        <p:spPr>
          <a:xfrm>
            <a:off x="4495800" y="4842816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57961670-B67A-600E-880B-956B45A4BDD3}"/>
              </a:ext>
            </a:extLst>
          </p:cNvPr>
          <p:cNvSpPr/>
          <p:nvPr/>
        </p:nvSpPr>
        <p:spPr>
          <a:xfrm>
            <a:off x="5206906" y="5427406"/>
            <a:ext cx="1799304" cy="53322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3046E127-04E0-0F35-FF8C-5058E4D1973F}"/>
              </a:ext>
            </a:extLst>
          </p:cNvPr>
          <p:cNvSpPr txBox="1"/>
          <p:nvPr/>
        </p:nvSpPr>
        <p:spPr>
          <a:xfrm>
            <a:off x="5413383" y="5507443"/>
            <a:ext cx="138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Register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89153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35D3C1D-A6AE-4FCA-BB76-A4748CE5D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F127CF3-9BE2-93B8-7BAC-EADD44DA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9196685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Unregistered user  </a:t>
            </a:r>
            <a:r>
              <a:rPr lang="en-US" sz="2000" dirty="0"/>
              <a:t>signup</a:t>
            </a:r>
            <a:r>
              <a:rPr lang="en-US" sz="3600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BF818-2283-4CC9-A120-9225CEDFA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A42EF-20CC-4BCC-9D0B-222CF3AAE8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09BCE96-05F3-4CC1-DB69-27C12954A6CF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12E9FA2-5BF4-F8BE-67B8-0FBFDB8346F0}"/>
              </a:ext>
            </a:extLst>
          </p:cNvPr>
          <p:cNvSpPr/>
          <p:nvPr/>
        </p:nvSpPr>
        <p:spPr>
          <a:xfrm>
            <a:off x="4063908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A8C0210-CFA6-99C0-883C-1E9007F5E959}"/>
              </a:ext>
            </a:extLst>
          </p:cNvPr>
          <p:cNvSpPr txBox="1"/>
          <p:nvPr/>
        </p:nvSpPr>
        <p:spPr>
          <a:xfrm>
            <a:off x="4063908" y="155378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Sign</a:t>
            </a:r>
            <a:r>
              <a:rPr lang="it-IT" dirty="0"/>
              <a:t> up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E929B6B-3654-4299-EBBC-EB5E0F14DF59}"/>
              </a:ext>
            </a:extLst>
          </p:cNvPr>
          <p:cNvSpPr txBox="1"/>
          <p:nvPr/>
        </p:nvSpPr>
        <p:spPr>
          <a:xfrm>
            <a:off x="4158040" y="2487771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Email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386CD14-4552-AAC0-F35C-B3536AAB7CDC}"/>
              </a:ext>
            </a:extLst>
          </p:cNvPr>
          <p:cNvSpPr txBox="1"/>
          <p:nvPr/>
        </p:nvSpPr>
        <p:spPr>
          <a:xfrm>
            <a:off x="4158040" y="3472360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Password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249CBFB-A936-147C-EE3E-19EE915FA3E3}"/>
              </a:ext>
            </a:extLst>
          </p:cNvPr>
          <p:cNvSpPr txBox="1"/>
          <p:nvPr/>
        </p:nvSpPr>
        <p:spPr>
          <a:xfrm>
            <a:off x="4181895" y="4463880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Repeat</a:t>
            </a:r>
            <a:r>
              <a:rPr lang="it-IT" dirty="0"/>
              <a:t> password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BF5EBA32-FDDA-4D7E-069F-5EBA12593398}"/>
              </a:ext>
            </a:extLst>
          </p:cNvPr>
          <p:cNvCxnSpPr/>
          <p:nvPr/>
        </p:nvCxnSpPr>
        <p:spPr>
          <a:xfrm>
            <a:off x="4261279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D54B0F16-EC80-096C-14B3-611254299206}"/>
              </a:ext>
            </a:extLst>
          </p:cNvPr>
          <p:cNvSpPr/>
          <p:nvPr/>
        </p:nvSpPr>
        <p:spPr>
          <a:xfrm>
            <a:off x="4292508" y="2873137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3285112C-CBA5-00D5-B52E-65193F87D3C2}"/>
              </a:ext>
            </a:extLst>
          </p:cNvPr>
          <p:cNvSpPr/>
          <p:nvPr/>
        </p:nvSpPr>
        <p:spPr>
          <a:xfrm>
            <a:off x="4292508" y="3822915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372C59BB-D027-A0B4-5F1C-F5C568AC79FF}"/>
              </a:ext>
            </a:extLst>
          </p:cNvPr>
          <p:cNvSpPr/>
          <p:nvPr/>
        </p:nvSpPr>
        <p:spPr>
          <a:xfrm>
            <a:off x="4292508" y="4842816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72328D23-3E96-D597-8288-1A0D29310B68}"/>
              </a:ext>
            </a:extLst>
          </p:cNvPr>
          <p:cNvSpPr/>
          <p:nvPr/>
        </p:nvSpPr>
        <p:spPr>
          <a:xfrm>
            <a:off x="5003614" y="5427406"/>
            <a:ext cx="1799304" cy="53322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6EACD632-4D57-BEC0-EF94-B28CAF8D2187}"/>
              </a:ext>
            </a:extLst>
          </p:cNvPr>
          <p:cNvSpPr txBox="1"/>
          <p:nvPr/>
        </p:nvSpPr>
        <p:spPr>
          <a:xfrm>
            <a:off x="5210091" y="5507443"/>
            <a:ext cx="138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Register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F2A32AF-724F-C6C5-1F83-4F4CB0C12D92}"/>
              </a:ext>
            </a:extLst>
          </p:cNvPr>
          <p:cNvSpPr txBox="1"/>
          <p:nvPr/>
        </p:nvSpPr>
        <p:spPr>
          <a:xfrm>
            <a:off x="5210091" y="625241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signup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Freccia in giù 3">
            <a:extLst>
              <a:ext uri="{FF2B5EF4-FFF2-40B4-BE49-F238E27FC236}">
                <a16:creationId xmlns:a16="http://schemas.microsoft.com/office/drawing/2014/main" id="{ACEA2658-AC6B-96F1-5E9F-5F9630EC607C}"/>
              </a:ext>
            </a:extLst>
          </p:cNvPr>
          <p:cNvSpPr/>
          <p:nvPr/>
        </p:nvSpPr>
        <p:spPr>
          <a:xfrm rot="10800000">
            <a:off x="5795111" y="5903102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91080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70554-9C86-1573-A73D-6D51E4CE7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EDE6B66-853F-C2A5-DEF4-36E3DA446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E63BEC-4C25-7216-8F09-1F5D811A4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37A62F2-6A9B-6B75-EB78-E1CDF977E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FA9D6-2FE2-B78F-D094-D4822B28F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2E7B83-88EC-0FEB-8093-4E889C709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FDB0204-FCEA-82D2-1032-8B9FC2CCF92D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3344AE7-8079-184D-9A1A-B84CAEDCB368}"/>
              </a:ext>
            </a:extLst>
          </p:cNvPr>
          <p:cNvSpPr/>
          <p:nvPr/>
        </p:nvSpPr>
        <p:spPr>
          <a:xfrm>
            <a:off x="4267200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206F3B0-78C6-6103-9036-2C86F520FEE7}"/>
              </a:ext>
            </a:extLst>
          </p:cNvPr>
          <p:cNvSpPr txBox="1"/>
          <p:nvPr/>
        </p:nvSpPr>
        <p:spPr>
          <a:xfrm>
            <a:off x="4267200" y="155378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Login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ECFAE34-BC4A-E501-4973-C82C498D4DC8}"/>
              </a:ext>
            </a:extLst>
          </p:cNvPr>
          <p:cNvSpPr txBox="1"/>
          <p:nvPr/>
        </p:nvSpPr>
        <p:spPr>
          <a:xfrm>
            <a:off x="4361332" y="2487771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Email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E46DFCF-F8C2-AEC4-9464-41BD4EC308BE}"/>
              </a:ext>
            </a:extLst>
          </p:cNvPr>
          <p:cNvSpPr txBox="1"/>
          <p:nvPr/>
        </p:nvSpPr>
        <p:spPr>
          <a:xfrm>
            <a:off x="4361332" y="3472360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Password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C984BF07-7FFC-51FE-8B68-F52B2B6EFA4C}"/>
              </a:ext>
            </a:extLst>
          </p:cNvPr>
          <p:cNvCxnSpPr/>
          <p:nvPr/>
        </p:nvCxnSpPr>
        <p:spPr>
          <a:xfrm>
            <a:off x="4464571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B91D3299-3353-EF4D-2126-69379F1219BE}"/>
              </a:ext>
            </a:extLst>
          </p:cNvPr>
          <p:cNvSpPr/>
          <p:nvPr/>
        </p:nvSpPr>
        <p:spPr>
          <a:xfrm>
            <a:off x="4495800" y="2873137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1160BAA6-4B73-9396-65D1-FD2E9FF66AC0}"/>
              </a:ext>
            </a:extLst>
          </p:cNvPr>
          <p:cNvSpPr/>
          <p:nvPr/>
        </p:nvSpPr>
        <p:spPr>
          <a:xfrm>
            <a:off x="4495800" y="3822915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676B874F-3865-4F53-30D2-0F645E9D0D05}"/>
              </a:ext>
            </a:extLst>
          </p:cNvPr>
          <p:cNvSpPr/>
          <p:nvPr/>
        </p:nvSpPr>
        <p:spPr>
          <a:xfrm>
            <a:off x="5206906" y="5427406"/>
            <a:ext cx="1799304" cy="53322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AC43DA67-6487-3AB7-9501-5A91C3A528B1}"/>
              </a:ext>
            </a:extLst>
          </p:cNvPr>
          <p:cNvSpPr txBox="1"/>
          <p:nvPr/>
        </p:nvSpPr>
        <p:spPr>
          <a:xfrm>
            <a:off x="5413383" y="5507443"/>
            <a:ext cx="138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Login</a:t>
            </a:r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56A7118E-D434-55D3-075E-C60D9B1F1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9196685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Registered user  </a:t>
            </a:r>
            <a:r>
              <a:rPr lang="en-US" sz="2000" dirty="0"/>
              <a:t>Login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228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30FEB-A10A-8B46-94FC-0865F088C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2410F7D-3B27-DCB7-8630-0DD5643664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356EA3-BA6A-0403-503F-748C82B53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19DCA54-5D73-7A0F-1078-1243B6B03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E7D209B-F8B5-4323-8AF9-43B4D3D06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5037640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Registered user </a:t>
            </a:r>
            <a:r>
              <a:rPr lang="en-US" sz="2000" dirty="0"/>
              <a:t>login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0E23BC-8C30-974A-A19F-DFCAA9D3A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4047DB-DBC8-8A50-BC53-BD7677143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8DA8004-111C-9C28-9A0B-646CCBE248D5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7551AFF-9B3A-2E47-1889-57BD879DF423}"/>
              </a:ext>
            </a:extLst>
          </p:cNvPr>
          <p:cNvSpPr/>
          <p:nvPr/>
        </p:nvSpPr>
        <p:spPr>
          <a:xfrm>
            <a:off x="4037593" y="1461733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A1B66A-3C69-B65B-0D40-7EDEA83ACB69}"/>
              </a:ext>
            </a:extLst>
          </p:cNvPr>
          <p:cNvSpPr txBox="1"/>
          <p:nvPr/>
        </p:nvSpPr>
        <p:spPr>
          <a:xfrm>
            <a:off x="4037593" y="161785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Login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50153B59-A907-C14B-7AE3-872A708132E2}"/>
              </a:ext>
            </a:extLst>
          </p:cNvPr>
          <p:cNvSpPr txBox="1"/>
          <p:nvPr/>
        </p:nvSpPr>
        <p:spPr>
          <a:xfrm>
            <a:off x="4131725" y="2551834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Email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3E69056-DB0C-D05E-4EC3-B6D85FD2B720}"/>
              </a:ext>
            </a:extLst>
          </p:cNvPr>
          <p:cNvSpPr txBox="1"/>
          <p:nvPr/>
        </p:nvSpPr>
        <p:spPr>
          <a:xfrm>
            <a:off x="4131725" y="3536423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Password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E9B22AE-68CF-7076-1864-DA7C9F4DA9C4}"/>
              </a:ext>
            </a:extLst>
          </p:cNvPr>
          <p:cNvCxnSpPr/>
          <p:nvPr/>
        </p:nvCxnSpPr>
        <p:spPr>
          <a:xfrm>
            <a:off x="4234964" y="2064927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1F746F05-DF08-4FEE-4B53-97FB70582651}"/>
              </a:ext>
            </a:extLst>
          </p:cNvPr>
          <p:cNvSpPr/>
          <p:nvPr/>
        </p:nvSpPr>
        <p:spPr>
          <a:xfrm>
            <a:off x="4266193" y="2937200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B47A762E-B880-8484-A33D-1D95EB4D3FDA}"/>
              </a:ext>
            </a:extLst>
          </p:cNvPr>
          <p:cNvSpPr/>
          <p:nvPr/>
        </p:nvSpPr>
        <p:spPr>
          <a:xfrm>
            <a:off x="4266193" y="3886978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12895CEB-5182-FB1E-9C86-E4166F7EC11A}"/>
              </a:ext>
            </a:extLst>
          </p:cNvPr>
          <p:cNvSpPr/>
          <p:nvPr/>
        </p:nvSpPr>
        <p:spPr>
          <a:xfrm>
            <a:off x="4977299" y="5491469"/>
            <a:ext cx="1799304" cy="53322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CF3415FE-0FF8-6819-1353-D4A7B9325797}"/>
              </a:ext>
            </a:extLst>
          </p:cNvPr>
          <p:cNvSpPr txBox="1"/>
          <p:nvPr/>
        </p:nvSpPr>
        <p:spPr>
          <a:xfrm>
            <a:off x="5183776" y="5571506"/>
            <a:ext cx="138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Login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41B457-1399-8B52-0AA4-8A9BCF04CA98}"/>
              </a:ext>
            </a:extLst>
          </p:cNvPr>
          <p:cNvSpPr txBox="1"/>
          <p:nvPr/>
        </p:nvSpPr>
        <p:spPr>
          <a:xfrm>
            <a:off x="5275006" y="632423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api/login</a:t>
            </a:r>
          </a:p>
        </p:txBody>
      </p:sp>
      <p:sp>
        <p:nvSpPr>
          <p:cNvPr id="7" name="Freccia in giù 6">
            <a:extLst>
              <a:ext uri="{FF2B5EF4-FFF2-40B4-BE49-F238E27FC236}">
                <a16:creationId xmlns:a16="http://schemas.microsoft.com/office/drawing/2014/main" id="{63D2904E-2588-B57F-22C3-0EA4A25975F1}"/>
              </a:ext>
            </a:extLst>
          </p:cNvPr>
          <p:cNvSpPr/>
          <p:nvPr/>
        </p:nvSpPr>
        <p:spPr>
          <a:xfrm rot="10800000">
            <a:off x="5768796" y="5967165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1608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6E08D6-75F0-06B7-C0BE-0AA61BF6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7144508-E5ED-6C3B-0E70-0EF6EC3B2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599BED-A7D5-F922-57CB-961EA85BA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7B1C8C0-20A9-BA7D-08A0-B8C6AFC778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F0E4F35-BE0E-5E83-E825-EBA1C8D97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Registered user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D7C369-F36B-3471-E899-5BC6A2635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3A39A8-A42E-B85A-A35E-593A4372B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71D798C-DAA0-F810-FF9C-236B4E06C9DE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AEFBF993-B101-F03C-1129-22C141F43F9E}"/>
              </a:ext>
            </a:extLst>
          </p:cNvPr>
          <p:cNvSpPr/>
          <p:nvPr/>
        </p:nvSpPr>
        <p:spPr>
          <a:xfrm>
            <a:off x="4267200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3E30F50-FC27-6AB9-1BA4-3B31E13A479B}"/>
              </a:ext>
            </a:extLst>
          </p:cNvPr>
          <p:cNvSpPr txBox="1"/>
          <p:nvPr/>
        </p:nvSpPr>
        <p:spPr>
          <a:xfrm>
            <a:off x="4267200" y="1553789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Recover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password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C0E4247-DB07-3078-F414-3F1797A7B9EA}"/>
              </a:ext>
            </a:extLst>
          </p:cNvPr>
          <p:cNvSpPr txBox="1"/>
          <p:nvPr/>
        </p:nvSpPr>
        <p:spPr>
          <a:xfrm>
            <a:off x="4361332" y="2487771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Email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8AF16DE3-0241-6676-7F9F-DBD85F18919E}"/>
              </a:ext>
            </a:extLst>
          </p:cNvPr>
          <p:cNvCxnSpPr/>
          <p:nvPr/>
        </p:nvCxnSpPr>
        <p:spPr>
          <a:xfrm>
            <a:off x="4464571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tangolo 27">
            <a:extLst>
              <a:ext uri="{FF2B5EF4-FFF2-40B4-BE49-F238E27FC236}">
                <a16:creationId xmlns:a16="http://schemas.microsoft.com/office/drawing/2014/main" id="{DFA35B11-98E3-4066-6665-44EAC60C9CE4}"/>
              </a:ext>
            </a:extLst>
          </p:cNvPr>
          <p:cNvSpPr/>
          <p:nvPr/>
        </p:nvSpPr>
        <p:spPr>
          <a:xfrm>
            <a:off x="4495800" y="2873137"/>
            <a:ext cx="3200400" cy="31372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9BE2DC4F-A6CE-E1CA-645A-D3AFF3E45C97}"/>
              </a:ext>
            </a:extLst>
          </p:cNvPr>
          <p:cNvSpPr/>
          <p:nvPr/>
        </p:nvSpPr>
        <p:spPr>
          <a:xfrm>
            <a:off x="5206906" y="5427406"/>
            <a:ext cx="1799304" cy="53322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84A56369-4C6B-24D5-36ED-2329480DDBF2}"/>
              </a:ext>
            </a:extLst>
          </p:cNvPr>
          <p:cNvSpPr txBox="1"/>
          <p:nvPr/>
        </p:nvSpPr>
        <p:spPr>
          <a:xfrm>
            <a:off x="5413383" y="5507443"/>
            <a:ext cx="138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Recover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69697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1B4A17-8C27-2B34-94B6-1105360B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196C41-8B5E-0E47-E076-5F19FAA45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3267C4-710C-C880-6B74-C492E75AD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335A630-4F1D-780F-955C-AD2A2516B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F93DC0C-68CA-ACEB-981A-8CB2DF7A1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E84A74-283B-1BFC-15DC-4ADEAC45C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6EEDBE-142E-9DC3-5FC9-C82D4F253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03EFB79-2FFA-A8AA-2873-1959FDEB9A4C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6509005-BB3D-D132-2FAA-17FE75028550}"/>
              </a:ext>
            </a:extLst>
          </p:cNvPr>
          <p:cNvSpPr/>
          <p:nvPr/>
        </p:nvSpPr>
        <p:spPr>
          <a:xfrm>
            <a:off x="1848465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8AD971A-A13D-845E-A768-6DB0FE538B4D}"/>
              </a:ext>
            </a:extLst>
          </p:cNvPr>
          <p:cNvSpPr txBox="1"/>
          <p:nvPr/>
        </p:nvSpPr>
        <p:spPr>
          <a:xfrm>
            <a:off x="1848465" y="1600977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Nickname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6840B06-3447-1B41-D744-49C09D9B5E75}"/>
              </a:ext>
            </a:extLst>
          </p:cNvPr>
          <p:cNvSpPr txBox="1"/>
          <p:nvPr/>
        </p:nvSpPr>
        <p:spPr>
          <a:xfrm>
            <a:off x="1942597" y="5420316"/>
            <a:ext cx="1302049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Followers 192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12049DDD-C8FA-5B35-A27E-D2E3E22307EC}"/>
              </a:ext>
            </a:extLst>
          </p:cNvPr>
          <p:cNvSpPr txBox="1"/>
          <p:nvPr/>
        </p:nvSpPr>
        <p:spPr>
          <a:xfrm>
            <a:off x="3845139" y="2332862"/>
            <a:ext cx="148467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CB2BEBD2-B309-E0EA-028B-70B14FA23E2E}"/>
              </a:ext>
            </a:extLst>
          </p:cNvPr>
          <p:cNvCxnSpPr/>
          <p:nvPr/>
        </p:nvCxnSpPr>
        <p:spPr>
          <a:xfrm>
            <a:off x="2045836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D6EB6B-3211-827D-D97E-CB882107454B}"/>
              </a:ext>
            </a:extLst>
          </p:cNvPr>
          <p:cNvSpPr txBox="1"/>
          <p:nvPr/>
        </p:nvSpPr>
        <p:spPr>
          <a:xfrm>
            <a:off x="4021397" y="1595745"/>
            <a:ext cx="1308414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Settings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E183F3E-63F6-C26A-84E3-07C8C2F37D8F}"/>
              </a:ext>
            </a:extLst>
          </p:cNvPr>
          <p:cNvSpPr txBox="1"/>
          <p:nvPr/>
        </p:nvSpPr>
        <p:spPr>
          <a:xfrm>
            <a:off x="4009470" y="5427547"/>
            <a:ext cx="1320340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 235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8603963-7DB6-7DBA-E68F-BF52E23964DA}"/>
              </a:ext>
            </a:extLst>
          </p:cNvPr>
          <p:cNvSpPr txBox="1"/>
          <p:nvPr/>
        </p:nvSpPr>
        <p:spPr>
          <a:xfrm>
            <a:off x="1938390" y="2343781"/>
            <a:ext cx="148467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Team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E5B8713-15F3-9754-773E-0079E01092B2}"/>
              </a:ext>
            </a:extLst>
          </p:cNvPr>
          <p:cNvSpPr txBox="1"/>
          <p:nvPr/>
        </p:nvSpPr>
        <p:spPr>
          <a:xfrm>
            <a:off x="2808163" y="4497021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4A6F4748-E117-3245-3783-BA32B9BBFA33}"/>
              </a:ext>
            </a:extLst>
          </p:cNvPr>
          <p:cNvSpPr txBox="1"/>
          <p:nvPr/>
        </p:nvSpPr>
        <p:spPr>
          <a:xfrm>
            <a:off x="2808163" y="3842880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6B7214DE-F400-722A-AFEA-4200763C02A7}"/>
              </a:ext>
            </a:extLst>
          </p:cNvPr>
          <p:cNvSpPr/>
          <p:nvPr/>
        </p:nvSpPr>
        <p:spPr>
          <a:xfrm>
            <a:off x="659180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85145D5-0F18-5403-DD77-21F211B731EA}"/>
              </a:ext>
            </a:extLst>
          </p:cNvPr>
          <p:cNvSpPr txBox="1"/>
          <p:nvPr/>
        </p:nvSpPr>
        <p:spPr>
          <a:xfrm>
            <a:off x="6789174" y="2337042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Change</a:t>
            </a:r>
            <a:r>
              <a:rPr lang="it-IT" dirty="0"/>
              <a:t> password</a:t>
            </a:r>
          </a:p>
        </p:txBody>
      </p: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0654173F-EAD7-8B53-4B13-59F547283A73}"/>
              </a:ext>
            </a:extLst>
          </p:cNvPr>
          <p:cNvCxnSpPr/>
          <p:nvPr/>
        </p:nvCxnSpPr>
        <p:spPr>
          <a:xfrm>
            <a:off x="678917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352B522-9B7A-9108-02E2-1F39E5649D8A}"/>
              </a:ext>
            </a:extLst>
          </p:cNvPr>
          <p:cNvSpPr txBox="1"/>
          <p:nvPr/>
        </p:nvSpPr>
        <p:spPr>
          <a:xfrm>
            <a:off x="7659841" y="1586138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Settings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FB09895-EDBF-B64E-9BFF-300F1EEC8C04}"/>
              </a:ext>
            </a:extLst>
          </p:cNvPr>
          <p:cNvSpPr txBox="1"/>
          <p:nvPr/>
        </p:nvSpPr>
        <p:spPr>
          <a:xfrm>
            <a:off x="7253492" y="5566046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 out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338FC38-EE43-94DE-2B19-F2F99E790285}"/>
              </a:ext>
            </a:extLst>
          </p:cNvPr>
          <p:cNvSpPr txBox="1"/>
          <p:nvPr/>
        </p:nvSpPr>
        <p:spPr>
          <a:xfrm>
            <a:off x="6573376" y="624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api/logout</a:t>
            </a:r>
          </a:p>
        </p:txBody>
      </p:sp>
    </p:spTree>
    <p:extLst>
      <p:ext uri="{BB962C8B-B14F-4D97-AF65-F5344CB8AC3E}">
        <p14:creationId xmlns:p14="http://schemas.microsoft.com/office/powerpoint/2010/main" val="2306470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67ADA-E0C9-3716-5E39-10A399127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020AD8-A981-D1BB-AF42-E5F77BE4A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6AE69B-5201-7A97-0DE7-27ADA7055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F9EFDAC-B0FB-2A35-3AFC-B720D6E60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133AAC-A547-23BA-E95D-7B0DA2FE9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A9C689-CEF4-1C7B-2F1C-9CF251E68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023FF7-1391-F42E-7B2C-F6CAF4A0C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256CC75-3DE7-3EFD-CD69-675F960CF13F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F09DA74-0B5A-AE5C-EEDE-AF41E5A8171C}"/>
              </a:ext>
            </a:extLst>
          </p:cNvPr>
          <p:cNvSpPr/>
          <p:nvPr/>
        </p:nvSpPr>
        <p:spPr>
          <a:xfrm>
            <a:off x="1848465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40897F4-B5F3-D8A2-4337-82DE68DC3A6B}"/>
              </a:ext>
            </a:extLst>
          </p:cNvPr>
          <p:cNvSpPr txBox="1"/>
          <p:nvPr/>
        </p:nvSpPr>
        <p:spPr>
          <a:xfrm>
            <a:off x="1848465" y="1600977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Nickname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553C7C3-565D-8B55-7146-B229F06C3A92}"/>
              </a:ext>
            </a:extLst>
          </p:cNvPr>
          <p:cNvSpPr txBox="1"/>
          <p:nvPr/>
        </p:nvSpPr>
        <p:spPr>
          <a:xfrm>
            <a:off x="1942597" y="5420316"/>
            <a:ext cx="1302049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Followers 192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3C3CFBB-0047-1480-7651-B0F657BFBB0D}"/>
              </a:ext>
            </a:extLst>
          </p:cNvPr>
          <p:cNvSpPr txBox="1"/>
          <p:nvPr/>
        </p:nvSpPr>
        <p:spPr>
          <a:xfrm>
            <a:off x="3845139" y="2332862"/>
            <a:ext cx="148467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87CD7796-4642-3016-5A7C-00010F6D6619}"/>
              </a:ext>
            </a:extLst>
          </p:cNvPr>
          <p:cNvCxnSpPr/>
          <p:nvPr/>
        </p:nvCxnSpPr>
        <p:spPr>
          <a:xfrm>
            <a:off x="2045836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2DD1B5C-F5C9-1011-7C12-84280F8A4E79}"/>
              </a:ext>
            </a:extLst>
          </p:cNvPr>
          <p:cNvSpPr txBox="1"/>
          <p:nvPr/>
        </p:nvSpPr>
        <p:spPr>
          <a:xfrm>
            <a:off x="4021397" y="1595745"/>
            <a:ext cx="1308414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Settings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5FC3EDB-DE72-DBBE-7887-05F73B2E8304}"/>
              </a:ext>
            </a:extLst>
          </p:cNvPr>
          <p:cNvSpPr txBox="1"/>
          <p:nvPr/>
        </p:nvSpPr>
        <p:spPr>
          <a:xfrm>
            <a:off x="4009470" y="5427547"/>
            <a:ext cx="1320340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 235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B81E3C82-BDBD-EC01-A306-0CA4D7BFE7E4}"/>
              </a:ext>
            </a:extLst>
          </p:cNvPr>
          <p:cNvSpPr txBox="1"/>
          <p:nvPr/>
        </p:nvSpPr>
        <p:spPr>
          <a:xfrm>
            <a:off x="1938390" y="2343781"/>
            <a:ext cx="148467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Team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8A41111D-A3AC-2A24-9E3C-80D7B0549170}"/>
              </a:ext>
            </a:extLst>
          </p:cNvPr>
          <p:cNvSpPr txBox="1"/>
          <p:nvPr/>
        </p:nvSpPr>
        <p:spPr>
          <a:xfrm>
            <a:off x="2808163" y="4497021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687ABEDA-7379-6FA1-A27F-1ACF910F0BAC}"/>
              </a:ext>
            </a:extLst>
          </p:cNvPr>
          <p:cNvSpPr txBox="1"/>
          <p:nvPr/>
        </p:nvSpPr>
        <p:spPr>
          <a:xfrm>
            <a:off x="2808163" y="3842880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3148E8A2-1E9B-9237-C962-BBB39B9EC44B}"/>
              </a:ext>
            </a:extLst>
          </p:cNvPr>
          <p:cNvSpPr/>
          <p:nvPr/>
        </p:nvSpPr>
        <p:spPr>
          <a:xfrm>
            <a:off x="659180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52ABF2C-DC81-090C-7E6B-99FCC2B7EC6E}"/>
              </a:ext>
            </a:extLst>
          </p:cNvPr>
          <p:cNvSpPr txBox="1"/>
          <p:nvPr/>
        </p:nvSpPr>
        <p:spPr>
          <a:xfrm>
            <a:off x="6789174" y="2337042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Change</a:t>
            </a:r>
            <a:r>
              <a:rPr lang="it-IT" dirty="0"/>
              <a:t> password</a:t>
            </a:r>
          </a:p>
        </p:txBody>
      </p: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CD27231B-0A81-1E3B-DCDE-5C189FAC95EB}"/>
              </a:ext>
            </a:extLst>
          </p:cNvPr>
          <p:cNvCxnSpPr/>
          <p:nvPr/>
        </p:nvCxnSpPr>
        <p:spPr>
          <a:xfrm>
            <a:off x="678917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184BB5B1-D32E-071E-18FC-32B848E1DEB1}"/>
              </a:ext>
            </a:extLst>
          </p:cNvPr>
          <p:cNvSpPr txBox="1"/>
          <p:nvPr/>
        </p:nvSpPr>
        <p:spPr>
          <a:xfrm>
            <a:off x="7659841" y="1586138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Settings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185DEEE-8F59-8A42-18D1-B163375A4C83}"/>
              </a:ext>
            </a:extLst>
          </p:cNvPr>
          <p:cNvSpPr txBox="1"/>
          <p:nvPr/>
        </p:nvSpPr>
        <p:spPr>
          <a:xfrm>
            <a:off x="7253492" y="5566046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Log out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630A821-805F-C275-8B90-9872451D309D}"/>
              </a:ext>
            </a:extLst>
          </p:cNvPr>
          <p:cNvSpPr txBox="1"/>
          <p:nvPr/>
        </p:nvSpPr>
        <p:spPr>
          <a:xfrm>
            <a:off x="7792143" y="636458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api/logout</a:t>
            </a:r>
          </a:p>
        </p:txBody>
      </p:sp>
      <p:sp>
        <p:nvSpPr>
          <p:cNvPr id="9" name="Freccia in giù 8">
            <a:extLst>
              <a:ext uri="{FF2B5EF4-FFF2-40B4-BE49-F238E27FC236}">
                <a16:creationId xmlns:a16="http://schemas.microsoft.com/office/drawing/2014/main" id="{F72EE36A-ADC3-96D9-A987-697464272847}"/>
              </a:ext>
            </a:extLst>
          </p:cNvPr>
          <p:cNvSpPr/>
          <p:nvPr/>
        </p:nvSpPr>
        <p:spPr>
          <a:xfrm>
            <a:off x="3585310" y="3558070"/>
            <a:ext cx="147484" cy="2207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264DD1D-65B9-6348-6DBE-FEC47779D705}"/>
              </a:ext>
            </a:extLst>
          </p:cNvPr>
          <p:cNvSpPr txBox="1"/>
          <p:nvPr/>
        </p:nvSpPr>
        <p:spPr>
          <a:xfrm>
            <a:off x="2971015" y="3197459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search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B686167-428E-A270-4503-4AB29427FD24}"/>
              </a:ext>
            </a:extLst>
          </p:cNvPr>
          <p:cNvSpPr txBox="1"/>
          <p:nvPr/>
        </p:nvSpPr>
        <p:spPr>
          <a:xfrm>
            <a:off x="2990458" y="5072357"/>
            <a:ext cx="1752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newArticle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2" name="Freccia in giù 21">
            <a:extLst>
              <a:ext uri="{FF2B5EF4-FFF2-40B4-BE49-F238E27FC236}">
                <a16:creationId xmlns:a16="http://schemas.microsoft.com/office/drawing/2014/main" id="{26F3FD7E-C63B-336A-801F-AE7E68023E51}"/>
              </a:ext>
            </a:extLst>
          </p:cNvPr>
          <p:cNvSpPr/>
          <p:nvPr/>
        </p:nvSpPr>
        <p:spPr>
          <a:xfrm rot="10800000">
            <a:off x="3603523" y="4917474"/>
            <a:ext cx="129271" cy="23368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185B40B7-E6D8-3F41-9465-FF654B5EF4BC}"/>
              </a:ext>
            </a:extLst>
          </p:cNvPr>
          <p:cNvSpPr/>
          <p:nvPr/>
        </p:nvSpPr>
        <p:spPr>
          <a:xfrm rot="14413855">
            <a:off x="1765923" y="2689503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3F77220-E0AE-0517-4B46-10A92196099F}"/>
              </a:ext>
            </a:extLst>
          </p:cNvPr>
          <p:cNvSpPr txBox="1"/>
          <p:nvPr/>
        </p:nvSpPr>
        <p:spPr>
          <a:xfrm>
            <a:off x="170788" y="2963836"/>
            <a:ext cx="1707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showMyTeam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C3150746-31C2-079C-EC14-A305194137D9}"/>
              </a:ext>
            </a:extLst>
          </p:cNvPr>
          <p:cNvSpPr txBox="1"/>
          <p:nvPr/>
        </p:nvSpPr>
        <p:spPr>
          <a:xfrm>
            <a:off x="3508542" y="2900050"/>
            <a:ext cx="18212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showMyArticles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Freccia in giù 29">
            <a:extLst>
              <a:ext uri="{FF2B5EF4-FFF2-40B4-BE49-F238E27FC236}">
                <a16:creationId xmlns:a16="http://schemas.microsoft.com/office/drawing/2014/main" id="{F097F895-060C-0620-E845-BE5F83E98D89}"/>
              </a:ext>
            </a:extLst>
          </p:cNvPr>
          <p:cNvSpPr/>
          <p:nvPr/>
        </p:nvSpPr>
        <p:spPr>
          <a:xfrm rot="12675345">
            <a:off x="4306911" y="2725904"/>
            <a:ext cx="147484" cy="2207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Freccia in giù 30">
            <a:extLst>
              <a:ext uri="{FF2B5EF4-FFF2-40B4-BE49-F238E27FC236}">
                <a16:creationId xmlns:a16="http://schemas.microsoft.com/office/drawing/2014/main" id="{5A124051-9DAB-8864-0694-4417E0F6C3F1}"/>
              </a:ext>
            </a:extLst>
          </p:cNvPr>
          <p:cNvSpPr/>
          <p:nvPr/>
        </p:nvSpPr>
        <p:spPr>
          <a:xfrm rot="14413855">
            <a:off x="1821789" y="5874042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B8EE1174-F7E8-8D5F-63DF-40E60711F706}"/>
              </a:ext>
            </a:extLst>
          </p:cNvPr>
          <p:cNvSpPr txBox="1"/>
          <p:nvPr/>
        </p:nvSpPr>
        <p:spPr>
          <a:xfrm>
            <a:off x="146344" y="6181889"/>
            <a:ext cx="2065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showMyFollowers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Freccia in giù 35">
            <a:extLst>
              <a:ext uri="{FF2B5EF4-FFF2-40B4-BE49-F238E27FC236}">
                <a16:creationId xmlns:a16="http://schemas.microsoft.com/office/drawing/2014/main" id="{CD0DF471-7086-A8BF-A3AB-EE7B6717914D}"/>
              </a:ext>
            </a:extLst>
          </p:cNvPr>
          <p:cNvSpPr/>
          <p:nvPr/>
        </p:nvSpPr>
        <p:spPr>
          <a:xfrm rot="8347272">
            <a:off x="5058770" y="5938859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946EF242-4A21-E12D-6D15-A0B8CB51716F}"/>
              </a:ext>
            </a:extLst>
          </p:cNvPr>
          <p:cNvSpPr txBox="1"/>
          <p:nvPr/>
        </p:nvSpPr>
        <p:spPr>
          <a:xfrm>
            <a:off x="4296853" y="6272731"/>
            <a:ext cx="21531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showMyFollowings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Freccia in giù 37">
            <a:extLst>
              <a:ext uri="{FF2B5EF4-FFF2-40B4-BE49-F238E27FC236}">
                <a16:creationId xmlns:a16="http://schemas.microsoft.com/office/drawing/2014/main" id="{05381DD2-99F0-3FAB-D370-077B1094527E}"/>
              </a:ext>
            </a:extLst>
          </p:cNvPr>
          <p:cNvSpPr/>
          <p:nvPr/>
        </p:nvSpPr>
        <p:spPr>
          <a:xfrm rot="10800000">
            <a:off x="8346861" y="5994407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0348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F67DE0-40E5-1084-871B-2A01BBA6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0BF4185-BE03-5380-F73B-D3EF83360F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CC871-35B7-FF8B-3EDF-74BD2F17C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C342951-03E1-9526-4AC6-832AA08C0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FE3776-DD3F-7CF2-73AA-C7FB96E07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8891885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in  </a:t>
            </a:r>
            <a:r>
              <a:rPr lang="en-US" sz="2000" dirty="0"/>
              <a:t>change password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A35D8C-D457-BDBC-539A-286241EF3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456486-C171-2775-1E90-8DAE63B0E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E8925790-5468-BF37-B4C3-148171BC12C2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2A6B2277-5C09-8FDE-CB12-7A6F06A34693}"/>
              </a:ext>
            </a:extLst>
          </p:cNvPr>
          <p:cNvSpPr/>
          <p:nvPr/>
        </p:nvSpPr>
        <p:spPr>
          <a:xfrm>
            <a:off x="869429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C659C21F-CF7D-7EA2-618D-5C7C1B9610FD}"/>
              </a:ext>
            </a:extLst>
          </p:cNvPr>
          <p:cNvSpPr txBox="1"/>
          <p:nvPr/>
        </p:nvSpPr>
        <p:spPr>
          <a:xfrm>
            <a:off x="1562228" y="5483370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Change</a:t>
            </a:r>
            <a:r>
              <a:rPr lang="it-IT" dirty="0"/>
              <a:t> password</a:t>
            </a:r>
          </a:p>
        </p:txBody>
      </p: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CF3D22C5-ACD5-729A-2D15-86DCFE81A736}"/>
              </a:ext>
            </a:extLst>
          </p:cNvPr>
          <p:cNvCxnSpPr/>
          <p:nvPr/>
        </p:nvCxnSpPr>
        <p:spPr>
          <a:xfrm>
            <a:off x="1066800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F02A688E-C186-AD43-DF7D-DFA76E5D5D61}"/>
              </a:ext>
            </a:extLst>
          </p:cNvPr>
          <p:cNvSpPr txBox="1"/>
          <p:nvPr/>
        </p:nvSpPr>
        <p:spPr>
          <a:xfrm>
            <a:off x="1066800" y="1538950"/>
            <a:ext cx="3283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Changing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password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4CE96CF-0C1E-A17C-2A10-34C267337633}"/>
              </a:ext>
            </a:extLst>
          </p:cNvPr>
          <p:cNvSpPr txBox="1"/>
          <p:nvPr/>
        </p:nvSpPr>
        <p:spPr>
          <a:xfrm>
            <a:off x="1066800" y="2137194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Type</a:t>
            </a:r>
            <a:r>
              <a:rPr lang="it-IT" dirty="0"/>
              <a:t> </a:t>
            </a:r>
            <a:r>
              <a:rPr lang="it-IT" dirty="0" err="1"/>
              <a:t>current</a:t>
            </a:r>
            <a:r>
              <a:rPr lang="it-IT" dirty="0"/>
              <a:t> password…</a:t>
            </a:r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9C38AEB3-0986-C6F1-F269-FE082D917759}"/>
              </a:ext>
            </a:extLst>
          </p:cNvPr>
          <p:cNvSpPr txBox="1"/>
          <p:nvPr/>
        </p:nvSpPr>
        <p:spPr>
          <a:xfrm>
            <a:off x="1066800" y="2912689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password…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E06AAC07-985D-7B6C-8BB7-CF431A8A23D6}"/>
              </a:ext>
            </a:extLst>
          </p:cNvPr>
          <p:cNvSpPr txBox="1"/>
          <p:nvPr/>
        </p:nvSpPr>
        <p:spPr>
          <a:xfrm>
            <a:off x="1056242" y="3761966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Repeat</a:t>
            </a:r>
            <a:r>
              <a:rPr lang="it-IT" dirty="0"/>
              <a:t> new password…</a:t>
            </a:r>
          </a:p>
        </p:txBody>
      </p:sp>
      <p:sp>
        <p:nvSpPr>
          <p:cNvPr id="41" name="Rettangolo 40">
            <a:extLst>
              <a:ext uri="{FF2B5EF4-FFF2-40B4-BE49-F238E27FC236}">
                <a16:creationId xmlns:a16="http://schemas.microsoft.com/office/drawing/2014/main" id="{7D501A35-5A56-B84E-3FD3-7014AE2EF194}"/>
              </a:ext>
            </a:extLst>
          </p:cNvPr>
          <p:cNvSpPr/>
          <p:nvPr/>
        </p:nvSpPr>
        <p:spPr>
          <a:xfrm>
            <a:off x="6775514" y="140714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22E81809-3D09-4AF3-354F-7C0C3CC9678A}"/>
              </a:ext>
            </a:extLst>
          </p:cNvPr>
          <p:cNvSpPr txBox="1"/>
          <p:nvPr/>
        </p:nvSpPr>
        <p:spPr>
          <a:xfrm>
            <a:off x="7468313" y="5492840"/>
            <a:ext cx="235533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Change</a:t>
            </a:r>
            <a:r>
              <a:rPr lang="it-IT" dirty="0"/>
              <a:t> password</a:t>
            </a:r>
          </a:p>
        </p:txBody>
      </p:sp>
      <p:cxnSp>
        <p:nvCxnSpPr>
          <p:cNvPr id="43" name="Connettore diritto 42">
            <a:extLst>
              <a:ext uri="{FF2B5EF4-FFF2-40B4-BE49-F238E27FC236}">
                <a16:creationId xmlns:a16="http://schemas.microsoft.com/office/drawing/2014/main" id="{E374122F-C662-33B8-E422-621CA849ECED}"/>
              </a:ext>
            </a:extLst>
          </p:cNvPr>
          <p:cNvCxnSpPr/>
          <p:nvPr/>
        </p:nvCxnSpPr>
        <p:spPr>
          <a:xfrm>
            <a:off x="6972885" y="201033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0B154F2-FA30-0953-906A-594DDA469F47}"/>
              </a:ext>
            </a:extLst>
          </p:cNvPr>
          <p:cNvSpPr txBox="1"/>
          <p:nvPr/>
        </p:nvSpPr>
        <p:spPr>
          <a:xfrm>
            <a:off x="6972885" y="1548420"/>
            <a:ext cx="3283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Changing</a:t>
            </a:r>
            <a:r>
              <a:rPr lang="it-IT" dirty="0"/>
              <a:t> </a:t>
            </a:r>
            <a:r>
              <a:rPr lang="it-IT" dirty="0" err="1"/>
              <a:t>your</a:t>
            </a:r>
            <a:r>
              <a:rPr lang="it-IT" dirty="0"/>
              <a:t> password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AE870A9-E31A-EFE7-D2E0-97DDC7A79206}"/>
              </a:ext>
            </a:extLst>
          </p:cNvPr>
          <p:cNvSpPr txBox="1"/>
          <p:nvPr/>
        </p:nvSpPr>
        <p:spPr>
          <a:xfrm>
            <a:off x="6775514" y="6283606"/>
            <a:ext cx="411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profileSettings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changePassword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Freccia in giù 45">
            <a:extLst>
              <a:ext uri="{FF2B5EF4-FFF2-40B4-BE49-F238E27FC236}">
                <a16:creationId xmlns:a16="http://schemas.microsoft.com/office/drawing/2014/main" id="{4B1F9694-E4A4-FFC2-7144-16C74E842A3C}"/>
              </a:ext>
            </a:extLst>
          </p:cNvPr>
          <p:cNvSpPr/>
          <p:nvPr/>
        </p:nvSpPr>
        <p:spPr>
          <a:xfrm rot="10800000">
            <a:off x="8530572" y="5956689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E17EEEC9-7DB2-4C68-EDE9-DF2FE7F17FBC}"/>
              </a:ext>
            </a:extLst>
          </p:cNvPr>
          <p:cNvSpPr txBox="1"/>
          <p:nvPr/>
        </p:nvSpPr>
        <p:spPr>
          <a:xfrm>
            <a:off x="6972885" y="2146664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Type</a:t>
            </a:r>
            <a:r>
              <a:rPr lang="it-IT" dirty="0"/>
              <a:t> </a:t>
            </a:r>
            <a:r>
              <a:rPr lang="it-IT" dirty="0" err="1"/>
              <a:t>current</a:t>
            </a:r>
            <a:r>
              <a:rPr lang="it-IT" dirty="0"/>
              <a:t> password…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9B9853A8-98E1-5FD8-2576-69CB952DE989}"/>
              </a:ext>
            </a:extLst>
          </p:cNvPr>
          <p:cNvSpPr txBox="1"/>
          <p:nvPr/>
        </p:nvSpPr>
        <p:spPr>
          <a:xfrm>
            <a:off x="6972885" y="2922159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password…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40457DBC-7B9E-4273-86B3-2B2E713093F1}"/>
              </a:ext>
            </a:extLst>
          </p:cNvPr>
          <p:cNvSpPr txBox="1"/>
          <p:nvPr/>
        </p:nvSpPr>
        <p:spPr>
          <a:xfrm>
            <a:off x="6962327" y="3771436"/>
            <a:ext cx="3283973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Repeat</a:t>
            </a:r>
            <a:r>
              <a:rPr lang="it-IT" dirty="0"/>
              <a:t> new password…</a:t>
            </a:r>
          </a:p>
        </p:txBody>
      </p:sp>
    </p:spTree>
    <p:extLst>
      <p:ext uri="{BB962C8B-B14F-4D97-AF65-F5344CB8AC3E}">
        <p14:creationId xmlns:p14="http://schemas.microsoft.com/office/powerpoint/2010/main" val="125632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7F6160-6984-7736-B8F1-4EA4D4141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EC4319-55B8-20CE-A413-23C00CA78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4B9EE4-E678-455A-3FD1-4CC0BDE55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93D4BF5-3FD6-8CDC-8F23-1D2D4BDC0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2076C62-3F7B-7938-C03A-D7E3AB5C9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74729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</a:t>
            </a:r>
            <a:r>
              <a:rPr lang="en-US" sz="2000" dirty="0"/>
              <a:t>create team/add/remove player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E59282-B065-022B-23B2-47BEB765D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DFB43E-6A23-C033-0283-B873F0907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833B552C-5733-E964-3EF7-52B220CE5654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8EB62CA-0D4D-40E0-250E-489092F063F0}"/>
              </a:ext>
            </a:extLst>
          </p:cNvPr>
          <p:cNvSpPr/>
          <p:nvPr/>
        </p:nvSpPr>
        <p:spPr>
          <a:xfrm>
            <a:off x="425362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864258F-DC78-9C45-0509-A2EC78EF967E}"/>
              </a:ext>
            </a:extLst>
          </p:cNvPr>
          <p:cNvSpPr txBox="1"/>
          <p:nvPr/>
        </p:nvSpPr>
        <p:spPr>
          <a:xfrm>
            <a:off x="1270565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Create team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33F80AE4-407E-C755-93A5-40077B5E2829}"/>
              </a:ext>
            </a:extLst>
          </p:cNvPr>
          <p:cNvCxnSpPr/>
          <p:nvPr/>
        </p:nvCxnSpPr>
        <p:spPr>
          <a:xfrm>
            <a:off x="622733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B807420F-E1DD-6CF1-C3F7-589154057923}"/>
              </a:ext>
            </a:extLst>
          </p:cNvPr>
          <p:cNvSpPr/>
          <p:nvPr/>
        </p:nvSpPr>
        <p:spPr>
          <a:xfrm>
            <a:off x="440353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C6B9DE4-8146-C318-47EA-912A677ACE20}"/>
              </a:ext>
            </a:extLst>
          </p:cNvPr>
          <p:cNvSpPr txBox="1"/>
          <p:nvPr/>
        </p:nvSpPr>
        <p:spPr>
          <a:xfrm>
            <a:off x="5500558" y="1590857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Team name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D63EA07F-D243-5633-687A-7B10E49F6FDB}"/>
              </a:ext>
            </a:extLst>
          </p:cNvPr>
          <p:cNvCxnSpPr/>
          <p:nvPr/>
        </p:nvCxnSpPr>
        <p:spPr>
          <a:xfrm>
            <a:off x="460090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E1EEE621-756F-B8BD-26BA-CFAA231A8360}"/>
              </a:ext>
            </a:extLst>
          </p:cNvPr>
          <p:cNvSpPr txBox="1"/>
          <p:nvPr/>
        </p:nvSpPr>
        <p:spPr>
          <a:xfrm>
            <a:off x="769491" y="2517528"/>
            <a:ext cx="3028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haven’t</a:t>
            </a:r>
            <a:r>
              <a:rPr lang="it-IT" dirty="0"/>
              <a:t> create </a:t>
            </a:r>
            <a:r>
              <a:rPr lang="it-IT" dirty="0" err="1"/>
              <a:t>your</a:t>
            </a:r>
            <a:r>
              <a:rPr lang="it-IT" dirty="0"/>
              <a:t> team </a:t>
            </a:r>
            <a:r>
              <a:rPr lang="it-IT" dirty="0" err="1"/>
              <a:t>yet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10CB208-5AA6-BE8A-37CF-549B09C8E13F}"/>
              </a:ext>
            </a:extLst>
          </p:cNvPr>
          <p:cNvSpPr txBox="1"/>
          <p:nvPr/>
        </p:nvSpPr>
        <p:spPr>
          <a:xfrm>
            <a:off x="1348974" y="4525054"/>
            <a:ext cx="1810376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Create </a:t>
            </a:r>
            <a:r>
              <a:rPr lang="it-IT" dirty="0" err="1"/>
              <a:t>your</a:t>
            </a:r>
            <a:r>
              <a:rPr lang="it-IT" dirty="0"/>
              <a:t> team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12127BD2-F85A-CD32-587E-1BE1CBD8BBA0}"/>
              </a:ext>
            </a:extLst>
          </p:cNvPr>
          <p:cNvSpPr txBox="1"/>
          <p:nvPr/>
        </p:nvSpPr>
        <p:spPr>
          <a:xfrm>
            <a:off x="4457968" y="2262948"/>
            <a:ext cx="30283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r>
              <a:rPr lang="it-IT" dirty="0"/>
              <a:t> (10/11):</a:t>
            </a:r>
          </a:p>
          <a:p>
            <a:endParaRPr lang="it-IT" dirty="0"/>
          </a:p>
          <a:p>
            <a:r>
              <a:rPr lang="it-IT" dirty="0"/>
              <a:t>Lionel Messi ATT 97</a:t>
            </a:r>
          </a:p>
          <a:p>
            <a:r>
              <a:rPr lang="it-IT" dirty="0"/>
              <a:t>Andrea Pirlo CC 91</a:t>
            </a:r>
          </a:p>
          <a:p>
            <a:r>
              <a:rPr lang="it-IT" dirty="0"/>
              <a:t>Gianluigi Buffon P 90</a:t>
            </a:r>
          </a:p>
          <a:p>
            <a:r>
              <a:rPr lang="it-IT" dirty="0"/>
              <a:t>…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4735FF2D-FDB9-5D4D-1E00-38453B9D64D0}"/>
              </a:ext>
            </a:extLst>
          </p:cNvPr>
          <p:cNvSpPr txBox="1"/>
          <p:nvPr/>
        </p:nvSpPr>
        <p:spPr>
          <a:xfrm>
            <a:off x="5337705" y="514831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Manage</a:t>
            </a:r>
            <a:endParaRPr lang="it-IT" dirty="0"/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4148889D-F37C-AAA7-CFA1-6B3C66BDCB21}"/>
              </a:ext>
            </a:extLst>
          </p:cNvPr>
          <p:cNvSpPr/>
          <p:nvPr/>
        </p:nvSpPr>
        <p:spPr>
          <a:xfrm>
            <a:off x="8412276" y="1437386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AAD2E21A-BECF-EE7D-1369-616D2CE08CE4}"/>
              </a:ext>
            </a:extLst>
          </p:cNvPr>
          <p:cNvSpPr txBox="1"/>
          <p:nvPr/>
        </p:nvSpPr>
        <p:spPr>
          <a:xfrm>
            <a:off x="9206712" y="1581238"/>
            <a:ext cx="206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Team </a:t>
            </a:r>
            <a:r>
              <a:rPr lang="it-IT" dirty="0" err="1"/>
              <a:t>managing</a:t>
            </a:r>
            <a:endParaRPr lang="it-IT" dirty="0"/>
          </a:p>
        </p:txBody>
      </p: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E39FCEBC-4226-A801-C07C-3450127F54F1}"/>
              </a:ext>
            </a:extLst>
          </p:cNvPr>
          <p:cNvCxnSpPr/>
          <p:nvPr/>
        </p:nvCxnSpPr>
        <p:spPr>
          <a:xfrm>
            <a:off x="8609647" y="2040580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504130F3-33FC-FF81-A063-AEA0E6C6F9B8}"/>
              </a:ext>
            </a:extLst>
          </p:cNvPr>
          <p:cNvSpPr txBox="1"/>
          <p:nvPr/>
        </p:nvSpPr>
        <p:spPr>
          <a:xfrm>
            <a:off x="8466708" y="2255476"/>
            <a:ext cx="30283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Formation</a:t>
            </a:r>
            <a:r>
              <a:rPr lang="it-IT" dirty="0"/>
              <a:t> (10/11):</a:t>
            </a:r>
          </a:p>
          <a:p>
            <a:endParaRPr lang="it-IT" dirty="0"/>
          </a:p>
          <a:p>
            <a:r>
              <a:rPr lang="it-IT" dirty="0"/>
              <a:t>Lionel Messi ATT 97    </a:t>
            </a:r>
          </a:p>
          <a:p>
            <a:r>
              <a:rPr lang="it-IT" dirty="0"/>
              <a:t>Andrea Pirlo CC 91</a:t>
            </a:r>
          </a:p>
          <a:p>
            <a:r>
              <a:rPr lang="it-IT" dirty="0"/>
              <a:t>Gianluigi Buffon P 90</a:t>
            </a:r>
          </a:p>
          <a:p>
            <a:r>
              <a:rPr lang="it-IT" dirty="0"/>
              <a:t>…</a:t>
            </a: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BF878E02-EE94-E2C9-3261-BB0602682BB2}"/>
              </a:ext>
            </a:extLst>
          </p:cNvPr>
          <p:cNvSpPr txBox="1"/>
          <p:nvPr/>
        </p:nvSpPr>
        <p:spPr>
          <a:xfrm>
            <a:off x="9513288" y="5148314"/>
            <a:ext cx="170439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 &amp; </a:t>
            </a:r>
            <a:r>
              <a:rPr lang="it-IT" dirty="0" err="1"/>
              <a:t>add</a:t>
            </a:r>
            <a:endParaRPr lang="it-IT" dirty="0"/>
          </a:p>
        </p:txBody>
      </p:sp>
      <p:sp>
        <p:nvSpPr>
          <p:cNvPr id="43" name="Segno di moltiplicazione 42">
            <a:extLst>
              <a:ext uri="{FF2B5EF4-FFF2-40B4-BE49-F238E27FC236}">
                <a16:creationId xmlns:a16="http://schemas.microsoft.com/office/drawing/2014/main" id="{1FFC614A-C96E-B988-F161-8CE5284EE2F0}"/>
              </a:ext>
            </a:extLst>
          </p:cNvPr>
          <p:cNvSpPr/>
          <p:nvPr/>
        </p:nvSpPr>
        <p:spPr>
          <a:xfrm>
            <a:off x="11514167" y="2874125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Segno di moltiplicazione 43">
            <a:extLst>
              <a:ext uri="{FF2B5EF4-FFF2-40B4-BE49-F238E27FC236}">
                <a16:creationId xmlns:a16="http://schemas.microsoft.com/office/drawing/2014/main" id="{E0093B25-13FF-C46E-06BA-35603B13A7C3}"/>
              </a:ext>
            </a:extLst>
          </p:cNvPr>
          <p:cNvSpPr/>
          <p:nvPr/>
        </p:nvSpPr>
        <p:spPr>
          <a:xfrm>
            <a:off x="11514167" y="3124694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5" name="Segno di moltiplicazione 44">
            <a:extLst>
              <a:ext uri="{FF2B5EF4-FFF2-40B4-BE49-F238E27FC236}">
                <a16:creationId xmlns:a16="http://schemas.microsoft.com/office/drawing/2014/main" id="{CABDFA00-8E82-EF2D-2C83-D0E1633F2637}"/>
              </a:ext>
            </a:extLst>
          </p:cNvPr>
          <p:cNvSpPr/>
          <p:nvPr/>
        </p:nvSpPr>
        <p:spPr>
          <a:xfrm>
            <a:off x="11511848" y="3397524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A010552-716D-03B1-DA0A-B4F12CFDDE8F}"/>
              </a:ext>
            </a:extLst>
          </p:cNvPr>
          <p:cNvSpPr txBox="1"/>
          <p:nvPr/>
        </p:nvSpPr>
        <p:spPr>
          <a:xfrm>
            <a:off x="346953" y="626796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showMyTeam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54991F5-0293-BF2C-4982-62AD5AA4344B}"/>
              </a:ext>
            </a:extLst>
          </p:cNvPr>
          <p:cNvSpPr txBox="1"/>
          <p:nvPr/>
        </p:nvSpPr>
        <p:spPr>
          <a:xfrm>
            <a:off x="4351506" y="6242373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showMyTeam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4107309-C3BB-5BE4-E3AB-694554F236FE}"/>
              </a:ext>
            </a:extLst>
          </p:cNvPr>
          <p:cNvSpPr txBox="1"/>
          <p:nvPr/>
        </p:nvSpPr>
        <p:spPr>
          <a:xfrm>
            <a:off x="8359342" y="621981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manageMyteam</a:t>
            </a:r>
            <a:r>
              <a:rPr lang="it-IT" dirty="0"/>
              <a:t>/….</a:t>
            </a:r>
          </a:p>
        </p:txBody>
      </p:sp>
    </p:spTree>
    <p:extLst>
      <p:ext uri="{BB962C8B-B14F-4D97-AF65-F5344CB8AC3E}">
        <p14:creationId xmlns:p14="http://schemas.microsoft.com/office/powerpoint/2010/main" val="4160252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36480-51FF-D97C-33F9-17AEEF55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A40CA7-06FD-9A2C-FA29-90EF450F88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B6962-4AC3-4F84-3CBB-AD66402D9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4DE4E82-EB01-B4E8-8680-F1B59EA33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57AF752-F278-257F-7140-C8DD8450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127860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</a:t>
            </a:r>
            <a:r>
              <a:rPr lang="en-US" sz="2000" dirty="0"/>
              <a:t>create team/add/remove player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C4DA0-2BB1-EEFA-2871-73DD0BE3F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6B0AE7-DFFB-97F3-67FD-3BAA20DB5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765EC09-3E51-D0C6-605D-F502FD8046D3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8F18E3B4-25C3-8EE6-6457-B15DFC4C0F51}"/>
              </a:ext>
            </a:extLst>
          </p:cNvPr>
          <p:cNvSpPr/>
          <p:nvPr/>
        </p:nvSpPr>
        <p:spPr>
          <a:xfrm>
            <a:off x="190382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ED23636-C6E6-A52C-77BB-AA8EFE50B531}"/>
              </a:ext>
            </a:extLst>
          </p:cNvPr>
          <p:cNvSpPr txBox="1"/>
          <p:nvPr/>
        </p:nvSpPr>
        <p:spPr>
          <a:xfrm>
            <a:off x="2749029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Create team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EC261982-814E-B851-4299-36C7B8A1A972}"/>
              </a:ext>
            </a:extLst>
          </p:cNvPr>
          <p:cNvCxnSpPr/>
          <p:nvPr/>
        </p:nvCxnSpPr>
        <p:spPr>
          <a:xfrm>
            <a:off x="210119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8164A78D-A094-BFCD-0725-EC36F9DE1970}"/>
              </a:ext>
            </a:extLst>
          </p:cNvPr>
          <p:cNvSpPr/>
          <p:nvPr/>
        </p:nvSpPr>
        <p:spPr>
          <a:xfrm>
            <a:off x="733723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FAC4849-2946-8A60-C1D4-0A8AE65082B4}"/>
              </a:ext>
            </a:extLst>
          </p:cNvPr>
          <p:cNvSpPr txBox="1"/>
          <p:nvPr/>
        </p:nvSpPr>
        <p:spPr>
          <a:xfrm>
            <a:off x="8434258" y="1590857"/>
            <a:ext cx="148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Team name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B2C27AE5-64CA-7882-AC4D-FAF0CB184B3B}"/>
              </a:ext>
            </a:extLst>
          </p:cNvPr>
          <p:cNvCxnSpPr/>
          <p:nvPr/>
        </p:nvCxnSpPr>
        <p:spPr>
          <a:xfrm>
            <a:off x="753460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399D1BF3-1500-B4F7-EDFB-3AA4F5E41721}"/>
              </a:ext>
            </a:extLst>
          </p:cNvPr>
          <p:cNvSpPr txBox="1"/>
          <p:nvPr/>
        </p:nvSpPr>
        <p:spPr>
          <a:xfrm>
            <a:off x="2247955" y="2517528"/>
            <a:ext cx="3028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haven’t</a:t>
            </a:r>
            <a:r>
              <a:rPr lang="it-IT" dirty="0"/>
              <a:t> create </a:t>
            </a:r>
            <a:r>
              <a:rPr lang="it-IT" dirty="0" err="1"/>
              <a:t>your</a:t>
            </a:r>
            <a:r>
              <a:rPr lang="it-IT" dirty="0"/>
              <a:t> team </a:t>
            </a:r>
            <a:r>
              <a:rPr lang="it-IT" dirty="0" err="1"/>
              <a:t>yet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FE519B14-4462-CB44-BDD2-0641A49D0C05}"/>
              </a:ext>
            </a:extLst>
          </p:cNvPr>
          <p:cNvSpPr txBox="1"/>
          <p:nvPr/>
        </p:nvSpPr>
        <p:spPr>
          <a:xfrm>
            <a:off x="2827438" y="4525054"/>
            <a:ext cx="1810376" cy="64633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Create </a:t>
            </a:r>
            <a:r>
              <a:rPr lang="it-IT" dirty="0" err="1"/>
              <a:t>your</a:t>
            </a:r>
            <a:r>
              <a:rPr lang="it-IT" dirty="0"/>
              <a:t> team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1D1CE182-66D1-8B85-D58A-8E7F64E0F853}"/>
              </a:ext>
            </a:extLst>
          </p:cNvPr>
          <p:cNvSpPr txBox="1"/>
          <p:nvPr/>
        </p:nvSpPr>
        <p:spPr>
          <a:xfrm>
            <a:off x="7391668" y="2262948"/>
            <a:ext cx="30283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r>
              <a:rPr lang="it-IT" dirty="0"/>
              <a:t> (10/11):</a:t>
            </a:r>
          </a:p>
          <a:p>
            <a:endParaRPr lang="it-IT" dirty="0"/>
          </a:p>
          <a:p>
            <a:r>
              <a:rPr lang="it-IT" dirty="0"/>
              <a:t>Lionel Messi ATT 97</a:t>
            </a:r>
          </a:p>
          <a:p>
            <a:r>
              <a:rPr lang="it-IT" dirty="0"/>
              <a:t>Andrea Pirlo CC 91</a:t>
            </a:r>
          </a:p>
          <a:p>
            <a:r>
              <a:rPr lang="it-IT" dirty="0"/>
              <a:t>Gianluigi Buffon P 90</a:t>
            </a:r>
          </a:p>
          <a:p>
            <a:r>
              <a:rPr lang="it-IT" dirty="0"/>
              <a:t>…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F0CD855A-1D1A-2BD6-D916-FA16FCE5AFD0}"/>
              </a:ext>
            </a:extLst>
          </p:cNvPr>
          <p:cNvSpPr txBox="1"/>
          <p:nvPr/>
        </p:nvSpPr>
        <p:spPr>
          <a:xfrm>
            <a:off x="8271405" y="514831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Manage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BD3F648-0CEE-49F1-33A0-F57F0E963C03}"/>
              </a:ext>
            </a:extLst>
          </p:cNvPr>
          <p:cNvSpPr txBox="1"/>
          <p:nvPr/>
        </p:nvSpPr>
        <p:spPr>
          <a:xfrm>
            <a:off x="2599272" y="5477805"/>
            <a:ext cx="2325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createMyTeam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1B270ED-4F7C-8EEA-0901-2237A45208AC}"/>
              </a:ext>
            </a:extLst>
          </p:cNvPr>
          <p:cNvSpPr txBox="1"/>
          <p:nvPr/>
        </p:nvSpPr>
        <p:spPr>
          <a:xfrm>
            <a:off x="7285206" y="6242373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showMyTeam</a:t>
            </a:r>
            <a:endParaRPr lang="it-IT" dirty="0"/>
          </a:p>
        </p:txBody>
      </p:sp>
      <p:sp>
        <p:nvSpPr>
          <p:cNvPr id="11" name="Freccia in giù 10">
            <a:extLst>
              <a:ext uri="{FF2B5EF4-FFF2-40B4-BE49-F238E27FC236}">
                <a16:creationId xmlns:a16="http://schemas.microsoft.com/office/drawing/2014/main" id="{53989665-FE00-892A-2273-1C35E0EFE74E}"/>
              </a:ext>
            </a:extLst>
          </p:cNvPr>
          <p:cNvSpPr/>
          <p:nvPr/>
        </p:nvSpPr>
        <p:spPr>
          <a:xfrm rot="10800000">
            <a:off x="3643601" y="5137144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962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2BA887-6845-F17C-E33D-84B8AD1F0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E4FB73-A6E9-BB19-A3BC-82C31BC32E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0F1B5-2E41-FE71-29F4-5D4A9558BD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DA557F9-A7E1-CE8F-346D-0F866F108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1D95EC4-DC91-49BD-B4A0-DDFBFAD49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9761207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</a:t>
            </a:r>
            <a:r>
              <a:rPr lang="en-US" sz="2000" dirty="0"/>
              <a:t>add/remove player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C8437B-4323-9CF1-8567-9CAD82927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C29691-C491-F4C0-78FD-47A52ACC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F6C9D11-DCE2-CAD8-5784-D8E3A65FA0D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7C7A0A44-025B-6FAD-8730-6DF0747D1BB5}"/>
              </a:ext>
            </a:extLst>
          </p:cNvPr>
          <p:cNvSpPr/>
          <p:nvPr/>
        </p:nvSpPr>
        <p:spPr>
          <a:xfrm>
            <a:off x="778961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115666AB-AD80-AD89-08CC-FCA0F01AF428}"/>
              </a:ext>
            </a:extLst>
          </p:cNvPr>
          <p:cNvSpPr txBox="1"/>
          <p:nvPr/>
        </p:nvSpPr>
        <p:spPr>
          <a:xfrm>
            <a:off x="1573397" y="1541522"/>
            <a:ext cx="206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Team </a:t>
            </a:r>
            <a:r>
              <a:rPr lang="it-IT" dirty="0" err="1"/>
              <a:t>managing</a:t>
            </a:r>
            <a:endParaRPr lang="it-IT" dirty="0"/>
          </a:p>
        </p:txBody>
      </p: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F54BF8B5-C9AD-0CB7-7EEF-8A348D71D570}"/>
              </a:ext>
            </a:extLst>
          </p:cNvPr>
          <p:cNvCxnSpPr/>
          <p:nvPr/>
        </p:nvCxnSpPr>
        <p:spPr>
          <a:xfrm>
            <a:off x="976332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09F12D5E-3C96-E4FF-17E9-FDBD44D2A9D7}"/>
              </a:ext>
            </a:extLst>
          </p:cNvPr>
          <p:cNvSpPr txBox="1"/>
          <p:nvPr/>
        </p:nvSpPr>
        <p:spPr>
          <a:xfrm>
            <a:off x="833393" y="2215760"/>
            <a:ext cx="30283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Formation</a:t>
            </a:r>
            <a:r>
              <a:rPr lang="it-IT" dirty="0"/>
              <a:t> (10/11):</a:t>
            </a:r>
          </a:p>
          <a:p>
            <a:endParaRPr lang="it-IT" dirty="0"/>
          </a:p>
          <a:p>
            <a:r>
              <a:rPr lang="it-IT" dirty="0"/>
              <a:t>Lionel Messi ATT 97    </a:t>
            </a:r>
          </a:p>
          <a:p>
            <a:r>
              <a:rPr lang="it-IT" dirty="0"/>
              <a:t>Andrea Pirlo CC 91</a:t>
            </a:r>
          </a:p>
          <a:p>
            <a:r>
              <a:rPr lang="it-IT" dirty="0"/>
              <a:t>Gianluigi Buffon P 90</a:t>
            </a:r>
          </a:p>
          <a:p>
            <a:r>
              <a:rPr lang="it-IT" dirty="0"/>
              <a:t>…</a:t>
            </a: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990D590C-C1DF-20AB-7059-C992FAB1E1D4}"/>
              </a:ext>
            </a:extLst>
          </p:cNvPr>
          <p:cNvSpPr txBox="1"/>
          <p:nvPr/>
        </p:nvSpPr>
        <p:spPr>
          <a:xfrm>
            <a:off x="1732015" y="5408383"/>
            <a:ext cx="175149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 &amp; </a:t>
            </a:r>
            <a:r>
              <a:rPr lang="it-IT" dirty="0" err="1"/>
              <a:t>add</a:t>
            </a:r>
            <a:endParaRPr lang="it-IT" dirty="0"/>
          </a:p>
        </p:txBody>
      </p:sp>
      <p:sp>
        <p:nvSpPr>
          <p:cNvPr id="43" name="Segno di moltiplicazione 42">
            <a:extLst>
              <a:ext uri="{FF2B5EF4-FFF2-40B4-BE49-F238E27FC236}">
                <a16:creationId xmlns:a16="http://schemas.microsoft.com/office/drawing/2014/main" id="{9068FA7B-04ED-EAD9-9DBE-DA9A197998AA}"/>
              </a:ext>
            </a:extLst>
          </p:cNvPr>
          <p:cNvSpPr/>
          <p:nvPr/>
        </p:nvSpPr>
        <p:spPr>
          <a:xfrm>
            <a:off x="3880852" y="2834409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Segno di moltiplicazione 43">
            <a:extLst>
              <a:ext uri="{FF2B5EF4-FFF2-40B4-BE49-F238E27FC236}">
                <a16:creationId xmlns:a16="http://schemas.microsoft.com/office/drawing/2014/main" id="{F84F7E0A-8C7C-C0FE-E091-F10D61EEC22D}"/>
              </a:ext>
            </a:extLst>
          </p:cNvPr>
          <p:cNvSpPr/>
          <p:nvPr/>
        </p:nvSpPr>
        <p:spPr>
          <a:xfrm>
            <a:off x="3880852" y="3084978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5" name="Segno di moltiplicazione 44">
            <a:extLst>
              <a:ext uri="{FF2B5EF4-FFF2-40B4-BE49-F238E27FC236}">
                <a16:creationId xmlns:a16="http://schemas.microsoft.com/office/drawing/2014/main" id="{8735F3C3-4061-9237-0D9A-1CC45F2C44EC}"/>
              </a:ext>
            </a:extLst>
          </p:cNvPr>
          <p:cNvSpPr/>
          <p:nvPr/>
        </p:nvSpPr>
        <p:spPr>
          <a:xfrm>
            <a:off x="3878533" y="3357808"/>
            <a:ext cx="310190" cy="258514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3D538298-4149-BFCB-0382-4C9C6BD6F365}"/>
              </a:ext>
            </a:extLst>
          </p:cNvPr>
          <p:cNvSpPr txBox="1"/>
          <p:nvPr/>
        </p:nvSpPr>
        <p:spPr>
          <a:xfrm>
            <a:off x="1406880" y="2011724"/>
            <a:ext cx="34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myTeam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player_x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remove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Freccia in giù 17">
            <a:extLst>
              <a:ext uri="{FF2B5EF4-FFF2-40B4-BE49-F238E27FC236}">
                <a16:creationId xmlns:a16="http://schemas.microsoft.com/office/drawing/2014/main" id="{31226299-3792-4311-5485-BA1E2B59C1DC}"/>
              </a:ext>
            </a:extLst>
          </p:cNvPr>
          <p:cNvSpPr/>
          <p:nvPr/>
        </p:nvSpPr>
        <p:spPr>
          <a:xfrm rot="18725287">
            <a:off x="3711756" y="2515014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C56F6E5-8734-5288-CB91-13FF5D2B55D5}"/>
              </a:ext>
            </a:extLst>
          </p:cNvPr>
          <p:cNvSpPr/>
          <p:nvPr/>
        </p:nvSpPr>
        <p:spPr>
          <a:xfrm>
            <a:off x="7036367" y="1412566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050E8F5-0D10-FCA2-6B27-0A199AA5BDE9}"/>
              </a:ext>
            </a:extLst>
          </p:cNvPr>
          <p:cNvSpPr txBox="1"/>
          <p:nvPr/>
        </p:nvSpPr>
        <p:spPr>
          <a:xfrm>
            <a:off x="7145554" y="1554372"/>
            <a:ext cx="3439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Team </a:t>
            </a:r>
            <a:r>
              <a:rPr lang="it-IT" dirty="0" err="1"/>
              <a:t>managing</a:t>
            </a:r>
            <a:r>
              <a:rPr lang="it-IT" dirty="0"/>
              <a:t> </a:t>
            </a:r>
            <a:r>
              <a:rPr lang="it-IT" dirty="0" err="1"/>
              <a:t>Search</a:t>
            </a:r>
            <a:r>
              <a:rPr lang="it-IT" dirty="0"/>
              <a:t> &amp; </a:t>
            </a:r>
            <a:r>
              <a:rPr lang="it-IT" dirty="0" err="1"/>
              <a:t>add</a:t>
            </a:r>
            <a:endParaRPr lang="it-IT" dirty="0"/>
          </a:p>
        </p:txBody>
      </p: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7D12C1D7-5B24-F51F-5E41-07570CC47C19}"/>
              </a:ext>
            </a:extLst>
          </p:cNvPr>
          <p:cNvCxnSpPr/>
          <p:nvPr/>
        </p:nvCxnSpPr>
        <p:spPr>
          <a:xfrm>
            <a:off x="7233738" y="2015760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D687DA8-72D3-E26B-796F-79A601683149}"/>
              </a:ext>
            </a:extLst>
          </p:cNvPr>
          <p:cNvSpPr txBox="1"/>
          <p:nvPr/>
        </p:nvSpPr>
        <p:spPr>
          <a:xfrm>
            <a:off x="7286670" y="2330972"/>
            <a:ext cx="315699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Fed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49577A4-F5DF-C054-D801-C5575B69FF39}"/>
              </a:ext>
            </a:extLst>
          </p:cNvPr>
          <p:cNvSpPr txBox="1"/>
          <p:nvPr/>
        </p:nvSpPr>
        <p:spPr>
          <a:xfrm>
            <a:off x="7233738" y="2908253"/>
            <a:ext cx="30283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Federico Chiesa</a:t>
            </a:r>
          </a:p>
          <a:p>
            <a:r>
              <a:rPr lang="it-IT" u="sng" dirty="0"/>
              <a:t>Paulo Roberto </a:t>
            </a:r>
            <a:r>
              <a:rPr lang="it-IT" u="sng" dirty="0" err="1"/>
              <a:t>Falcão</a:t>
            </a:r>
            <a:r>
              <a:rPr lang="it-IT" u="sng" dirty="0"/>
              <a:t> </a:t>
            </a:r>
          </a:p>
          <a:p>
            <a:r>
              <a:rPr lang="it-IT" u="sng" dirty="0"/>
              <a:t>Cesc </a:t>
            </a:r>
            <a:r>
              <a:rPr lang="it-IT" u="sng" dirty="0" err="1"/>
              <a:t>Fàbregas</a:t>
            </a:r>
            <a:endParaRPr lang="it-IT" u="sng" dirty="0"/>
          </a:p>
          <a:p>
            <a:r>
              <a:rPr lang="it-IT" u="sng" dirty="0"/>
              <a:t>…. 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56" name="Croce 55">
            <a:extLst>
              <a:ext uri="{FF2B5EF4-FFF2-40B4-BE49-F238E27FC236}">
                <a16:creationId xmlns:a16="http://schemas.microsoft.com/office/drawing/2014/main" id="{C0DAB38C-0A99-C2A1-EFA1-A4B3A9BCC2EB}"/>
              </a:ext>
            </a:extLst>
          </p:cNvPr>
          <p:cNvSpPr/>
          <p:nvPr/>
        </p:nvSpPr>
        <p:spPr>
          <a:xfrm>
            <a:off x="10259128" y="2977026"/>
            <a:ext cx="216756" cy="215904"/>
          </a:xfrm>
          <a:prstGeom prst="plus">
            <a:avLst>
              <a:gd name="adj" fmla="val 35397"/>
            </a:avLst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7" name="Croce 56">
            <a:extLst>
              <a:ext uri="{FF2B5EF4-FFF2-40B4-BE49-F238E27FC236}">
                <a16:creationId xmlns:a16="http://schemas.microsoft.com/office/drawing/2014/main" id="{A9C6B5A4-A6EA-972D-0868-F5C88DAA159C}"/>
              </a:ext>
            </a:extLst>
          </p:cNvPr>
          <p:cNvSpPr/>
          <p:nvPr/>
        </p:nvSpPr>
        <p:spPr>
          <a:xfrm>
            <a:off x="10259128" y="3241275"/>
            <a:ext cx="216756" cy="215904"/>
          </a:xfrm>
          <a:prstGeom prst="plus">
            <a:avLst>
              <a:gd name="adj" fmla="val 35397"/>
            </a:avLst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Croce 57">
            <a:extLst>
              <a:ext uri="{FF2B5EF4-FFF2-40B4-BE49-F238E27FC236}">
                <a16:creationId xmlns:a16="http://schemas.microsoft.com/office/drawing/2014/main" id="{A03DC0D5-FE82-5725-2469-9925628C9A5C}"/>
              </a:ext>
            </a:extLst>
          </p:cNvPr>
          <p:cNvSpPr/>
          <p:nvPr/>
        </p:nvSpPr>
        <p:spPr>
          <a:xfrm>
            <a:off x="10259128" y="3536592"/>
            <a:ext cx="216756" cy="215904"/>
          </a:xfrm>
          <a:prstGeom prst="plus">
            <a:avLst>
              <a:gd name="adj" fmla="val 35397"/>
            </a:avLst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Freccia in giù 58">
            <a:extLst>
              <a:ext uri="{FF2B5EF4-FFF2-40B4-BE49-F238E27FC236}">
                <a16:creationId xmlns:a16="http://schemas.microsoft.com/office/drawing/2014/main" id="{A3A4F26C-04AF-C351-7DA8-93B0CB5E457C}"/>
              </a:ext>
            </a:extLst>
          </p:cNvPr>
          <p:cNvSpPr/>
          <p:nvPr/>
        </p:nvSpPr>
        <p:spPr>
          <a:xfrm rot="12143663">
            <a:off x="10094246" y="3860791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394FD652-C9AB-0C46-81D7-8DD8A41CFE31}"/>
              </a:ext>
            </a:extLst>
          </p:cNvPr>
          <p:cNvSpPr txBox="1"/>
          <p:nvPr/>
        </p:nvSpPr>
        <p:spPr>
          <a:xfrm>
            <a:off x="7470692" y="4255922"/>
            <a:ext cx="34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myTeam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add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player_id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24286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417E6-CF98-3E5D-5DC3-3B658651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259985-49D7-E6A9-082C-A6B3BF4F4D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41449D-CA84-4F68-0B97-861D10AE6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B10BF34-2F1E-7A7F-8DC5-9451F80C9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3B538A0-F156-A51B-980B-A3D21153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10278234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</a:t>
            </a:r>
            <a:r>
              <a:rPr lang="en-US" sz="2000" dirty="0"/>
              <a:t>my articles/read article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A9FDAF-1563-9E93-006F-A366618F6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61E0A4-C8E1-11A1-E968-F5B35B9EF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0FC076B-E268-9C80-16DD-1E583205F67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53C4622-06B6-A176-BBB7-2F13D2EB565E}"/>
              </a:ext>
            </a:extLst>
          </p:cNvPr>
          <p:cNvSpPr/>
          <p:nvPr/>
        </p:nvSpPr>
        <p:spPr>
          <a:xfrm>
            <a:off x="425362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59DDCD-AB63-8A9D-B960-9995927F1A14}"/>
              </a:ext>
            </a:extLst>
          </p:cNvPr>
          <p:cNvSpPr txBox="1"/>
          <p:nvPr/>
        </p:nvSpPr>
        <p:spPr>
          <a:xfrm>
            <a:off x="1270565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105A37ED-5308-4218-BB28-543ED52A75D2}"/>
              </a:ext>
            </a:extLst>
          </p:cNvPr>
          <p:cNvCxnSpPr/>
          <p:nvPr/>
        </p:nvCxnSpPr>
        <p:spPr>
          <a:xfrm>
            <a:off x="622733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8F4E26B4-DC55-AC39-E925-7C4DB9F349B8}"/>
              </a:ext>
            </a:extLst>
          </p:cNvPr>
          <p:cNvSpPr/>
          <p:nvPr/>
        </p:nvSpPr>
        <p:spPr>
          <a:xfrm>
            <a:off x="440353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A46E356-6236-1B17-9F50-0B9FBCD54F0C}"/>
              </a:ext>
            </a:extLst>
          </p:cNvPr>
          <p:cNvSpPr txBox="1"/>
          <p:nvPr/>
        </p:nvSpPr>
        <p:spPr>
          <a:xfrm>
            <a:off x="5423858" y="1589371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95DA95AC-4679-D949-6915-80EA25790871}"/>
              </a:ext>
            </a:extLst>
          </p:cNvPr>
          <p:cNvCxnSpPr/>
          <p:nvPr/>
        </p:nvCxnSpPr>
        <p:spPr>
          <a:xfrm>
            <a:off x="460090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C7768F1E-E7DB-D752-F7BF-C7ADFD37DA10}"/>
              </a:ext>
            </a:extLst>
          </p:cNvPr>
          <p:cNvSpPr txBox="1"/>
          <p:nvPr/>
        </p:nvSpPr>
        <p:spPr>
          <a:xfrm>
            <a:off x="769491" y="2517528"/>
            <a:ext cx="3028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haven’t</a:t>
            </a:r>
            <a:r>
              <a:rPr lang="it-IT" dirty="0"/>
              <a:t> </a:t>
            </a:r>
            <a:r>
              <a:rPr lang="it-IT" dirty="0" err="1"/>
              <a:t>wrote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articles</a:t>
            </a:r>
            <a:r>
              <a:rPr lang="it-IT" dirty="0"/>
              <a:t> </a:t>
            </a:r>
            <a:r>
              <a:rPr lang="it-IT" dirty="0" err="1"/>
              <a:t>yet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BAE5B9E8-FF9C-801C-79EA-1E8CAD5DC1C6}"/>
              </a:ext>
            </a:extLst>
          </p:cNvPr>
          <p:cNvSpPr txBox="1"/>
          <p:nvPr/>
        </p:nvSpPr>
        <p:spPr>
          <a:xfrm>
            <a:off x="1348974" y="452505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Write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6FF0C014-C59A-AA30-B7AD-51AFADDF298F}"/>
              </a:ext>
            </a:extLst>
          </p:cNvPr>
          <p:cNvSpPr txBox="1"/>
          <p:nvPr/>
        </p:nvSpPr>
        <p:spPr>
          <a:xfrm>
            <a:off x="5337705" y="514831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Write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799BEA60-9527-9E85-DBB3-C672504B90DF}"/>
              </a:ext>
            </a:extLst>
          </p:cNvPr>
          <p:cNvSpPr/>
          <p:nvPr/>
        </p:nvSpPr>
        <p:spPr>
          <a:xfrm>
            <a:off x="8412276" y="1437386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6D24443E-4511-BDA0-B7FC-F49F60903424}"/>
              </a:ext>
            </a:extLst>
          </p:cNvPr>
          <p:cNvSpPr txBox="1"/>
          <p:nvPr/>
        </p:nvSpPr>
        <p:spPr>
          <a:xfrm>
            <a:off x="8381710" y="1589371"/>
            <a:ext cx="206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: 92</a:t>
            </a:r>
          </a:p>
        </p:txBody>
      </p: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82F6ED5F-6588-6AF9-899D-8CB1DEE8E6D5}"/>
              </a:ext>
            </a:extLst>
          </p:cNvPr>
          <p:cNvCxnSpPr/>
          <p:nvPr/>
        </p:nvCxnSpPr>
        <p:spPr>
          <a:xfrm>
            <a:off x="8609647" y="2040580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C967FC30-5214-6518-86EA-7F5DBDC56E02}"/>
              </a:ext>
            </a:extLst>
          </p:cNvPr>
          <p:cNvSpPr txBox="1"/>
          <p:nvPr/>
        </p:nvSpPr>
        <p:spPr>
          <a:xfrm>
            <a:off x="8549690" y="2255229"/>
            <a:ext cx="30283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dolor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consectetur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adipiscing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elit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Fusce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ultrices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vulputate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metus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Cras ex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diam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convallis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facilisis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ut,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interdum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et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nisl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</a:t>
            </a:r>
            <a:endParaRPr lang="it-IT" dirty="0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B3C4448B-CB47-A64F-1DD9-159DB0B873C5}"/>
              </a:ext>
            </a:extLst>
          </p:cNvPr>
          <p:cNvSpPr txBox="1"/>
          <p:nvPr/>
        </p:nvSpPr>
        <p:spPr>
          <a:xfrm>
            <a:off x="11152298" y="1557548"/>
            <a:ext cx="681837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Edit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58E66DB-8E1C-310D-D34B-B02E0052D2D7}"/>
              </a:ext>
            </a:extLst>
          </p:cNvPr>
          <p:cNvSpPr txBox="1"/>
          <p:nvPr/>
        </p:nvSpPr>
        <p:spPr>
          <a:xfrm>
            <a:off x="4742822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B0C7214-4CC5-C50C-D733-5ED7BD483283}"/>
              </a:ext>
            </a:extLst>
          </p:cNvPr>
          <p:cNvSpPr txBox="1"/>
          <p:nvPr/>
        </p:nvSpPr>
        <p:spPr>
          <a:xfrm>
            <a:off x="4742823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8B3F40-6453-8281-56FD-B6840771DBAE}"/>
              </a:ext>
            </a:extLst>
          </p:cNvPr>
          <p:cNvSpPr txBox="1"/>
          <p:nvPr/>
        </p:nvSpPr>
        <p:spPr>
          <a:xfrm>
            <a:off x="4742822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D219D56-5EED-0156-4AF5-8816E02512B8}"/>
              </a:ext>
            </a:extLst>
          </p:cNvPr>
          <p:cNvSpPr txBox="1"/>
          <p:nvPr/>
        </p:nvSpPr>
        <p:spPr>
          <a:xfrm>
            <a:off x="4742823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E0F6E2D-48E2-20F6-020D-BDA987B6EE24}"/>
              </a:ext>
            </a:extLst>
          </p:cNvPr>
          <p:cNvSpPr txBox="1"/>
          <p:nvPr/>
        </p:nvSpPr>
        <p:spPr>
          <a:xfrm>
            <a:off x="8609647" y="5555926"/>
            <a:ext cx="15864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dirty="0"/>
              <a:t>11/04/2025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7FAACB3-F86A-8852-C57E-60F768442DB7}"/>
              </a:ext>
            </a:extLst>
          </p:cNvPr>
          <p:cNvSpPr txBox="1"/>
          <p:nvPr/>
        </p:nvSpPr>
        <p:spPr>
          <a:xfrm>
            <a:off x="425362" y="626796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showMyArticles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C2F99A9-F478-EED3-8681-4B006BDF4A84}"/>
              </a:ext>
            </a:extLst>
          </p:cNvPr>
          <p:cNvSpPr txBox="1"/>
          <p:nvPr/>
        </p:nvSpPr>
        <p:spPr>
          <a:xfrm>
            <a:off x="4303346" y="626484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showMyArticles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1CD4BA8-B7FF-2E35-F4A2-06F1E6D55E23}"/>
              </a:ext>
            </a:extLst>
          </p:cNvPr>
          <p:cNvSpPr txBox="1"/>
          <p:nvPr/>
        </p:nvSpPr>
        <p:spPr>
          <a:xfrm>
            <a:off x="8381710" y="62667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showArticle</a:t>
            </a:r>
            <a:r>
              <a:rPr lang="it-IT" dirty="0"/>
              <a:t>/user/92</a:t>
            </a:r>
          </a:p>
        </p:txBody>
      </p:sp>
    </p:spTree>
    <p:extLst>
      <p:ext uri="{BB962C8B-B14F-4D97-AF65-F5344CB8AC3E}">
        <p14:creationId xmlns:p14="http://schemas.microsoft.com/office/powerpoint/2010/main" val="14479381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B0B520-2557-6FA2-D4E7-93782AD76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F8D66C2-6BA5-45B0-6A31-0BB68EA8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B91603-2D22-B625-18EF-6A6DAE277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0299F7C-46F6-E712-6787-AE77D4EA5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AA36290-ED3C-8897-8C69-1A86033E7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7883789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</a:t>
            </a:r>
            <a:r>
              <a:rPr lang="en-US" sz="2200" dirty="0"/>
              <a:t>my articles/read article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E4E49F-3AED-78F4-CD8A-2146D237B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209D35-9385-5FAD-65DD-496B68A59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CBABC91-0C46-AF3A-BCF2-5AD093C2C4C1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1BE9647B-F990-A1CE-8BC0-9D4248D5C249}"/>
              </a:ext>
            </a:extLst>
          </p:cNvPr>
          <p:cNvSpPr/>
          <p:nvPr/>
        </p:nvSpPr>
        <p:spPr>
          <a:xfrm>
            <a:off x="425362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5ECDD8C-F1D0-42B4-11A0-01E845B7BAD9}"/>
              </a:ext>
            </a:extLst>
          </p:cNvPr>
          <p:cNvSpPr txBox="1"/>
          <p:nvPr/>
        </p:nvSpPr>
        <p:spPr>
          <a:xfrm>
            <a:off x="1270565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49F912F5-852F-642A-36BC-0EB2379E74A3}"/>
              </a:ext>
            </a:extLst>
          </p:cNvPr>
          <p:cNvCxnSpPr/>
          <p:nvPr/>
        </p:nvCxnSpPr>
        <p:spPr>
          <a:xfrm>
            <a:off x="622733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E6662B3F-2D75-FB5C-36FF-DBDCD9DBB0F1}"/>
              </a:ext>
            </a:extLst>
          </p:cNvPr>
          <p:cNvSpPr/>
          <p:nvPr/>
        </p:nvSpPr>
        <p:spPr>
          <a:xfrm>
            <a:off x="440353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8B0FF38-A8FE-871F-BFDB-51C172109583}"/>
              </a:ext>
            </a:extLst>
          </p:cNvPr>
          <p:cNvSpPr txBox="1"/>
          <p:nvPr/>
        </p:nvSpPr>
        <p:spPr>
          <a:xfrm>
            <a:off x="5423858" y="1589371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23905D6-5972-27D7-FDD9-F3F0CA528F6F}"/>
              </a:ext>
            </a:extLst>
          </p:cNvPr>
          <p:cNvCxnSpPr/>
          <p:nvPr/>
        </p:nvCxnSpPr>
        <p:spPr>
          <a:xfrm>
            <a:off x="460090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7D76C78-7C3D-7450-EACF-9AB38772980F}"/>
              </a:ext>
            </a:extLst>
          </p:cNvPr>
          <p:cNvSpPr txBox="1"/>
          <p:nvPr/>
        </p:nvSpPr>
        <p:spPr>
          <a:xfrm>
            <a:off x="769491" y="2517528"/>
            <a:ext cx="3028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haven’t</a:t>
            </a:r>
            <a:r>
              <a:rPr lang="it-IT" dirty="0"/>
              <a:t> </a:t>
            </a:r>
            <a:r>
              <a:rPr lang="it-IT" dirty="0" err="1"/>
              <a:t>wrote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articles</a:t>
            </a:r>
            <a:r>
              <a:rPr lang="it-IT" dirty="0"/>
              <a:t> </a:t>
            </a:r>
            <a:r>
              <a:rPr lang="it-IT" dirty="0" err="1"/>
              <a:t>yet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0B4A72BA-89EB-D197-F6DC-1808FCBDCD2D}"/>
              </a:ext>
            </a:extLst>
          </p:cNvPr>
          <p:cNvSpPr txBox="1"/>
          <p:nvPr/>
        </p:nvSpPr>
        <p:spPr>
          <a:xfrm>
            <a:off x="1348974" y="452505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Write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A7121424-B754-8D33-9FF8-A3A262310BD3}"/>
              </a:ext>
            </a:extLst>
          </p:cNvPr>
          <p:cNvSpPr txBox="1"/>
          <p:nvPr/>
        </p:nvSpPr>
        <p:spPr>
          <a:xfrm>
            <a:off x="5337705" y="5148314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Write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F3B11D3-D150-D58A-F80D-FDEEED206583}"/>
              </a:ext>
            </a:extLst>
          </p:cNvPr>
          <p:cNvSpPr/>
          <p:nvPr/>
        </p:nvSpPr>
        <p:spPr>
          <a:xfrm>
            <a:off x="8412276" y="1437386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DB9983C6-64A0-1997-D0FA-303A2FA7C21B}"/>
              </a:ext>
            </a:extLst>
          </p:cNvPr>
          <p:cNvSpPr txBox="1"/>
          <p:nvPr/>
        </p:nvSpPr>
        <p:spPr>
          <a:xfrm>
            <a:off x="8381710" y="1589371"/>
            <a:ext cx="206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: 92</a:t>
            </a:r>
          </a:p>
        </p:txBody>
      </p: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7172D002-74D8-FAA4-917B-2DBD063D5A34}"/>
              </a:ext>
            </a:extLst>
          </p:cNvPr>
          <p:cNvCxnSpPr/>
          <p:nvPr/>
        </p:nvCxnSpPr>
        <p:spPr>
          <a:xfrm>
            <a:off x="8609647" y="2040580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08D78ED5-3F7B-3DF4-A2FD-B75FB06467A1}"/>
              </a:ext>
            </a:extLst>
          </p:cNvPr>
          <p:cNvSpPr txBox="1"/>
          <p:nvPr/>
        </p:nvSpPr>
        <p:spPr>
          <a:xfrm>
            <a:off x="8549690" y="2255229"/>
            <a:ext cx="30283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dolor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consectetur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adipiscing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elit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Fusce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ultrices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vulputate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metus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Cras ex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diam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convallis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facilisis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ut,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interdum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et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nisl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</a:t>
            </a:r>
            <a:endParaRPr lang="it-IT" dirty="0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A3C60C38-FDEB-5311-F446-172AC77B5DCE}"/>
              </a:ext>
            </a:extLst>
          </p:cNvPr>
          <p:cNvSpPr txBox="1"/>
          <p:nvPr/>
        </p:nvSpPr>
        <p:spPr>
          <a:xfrm>
            <a:off x="11152298" y="1557548"/>
            <a:ext cx="681837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Edit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211BDB1-0BDD-A59B-E67B-6C0E522B9DEE}"/>
              </a:ext>
            </a:extLst>
          </p:cNvPr>
          <p:cNvSpPr txBox="1"/>
          <p:nvPr/>
        </p:nvSpPr>
        <p:spPr>
          <a:xfrm>
            <a:off x="4742822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98C48DA-EDE0-C2D0-D645-CD0904D7C4CB}"/>
              </a:ext>
            </a:extLst>
          </p:cNvPr>
          <p:cNvSpPr txBox="1"/>
          <p:nvPr/>
        </p:nvSpPr>
        <p:spPr>
          <a:xfrm>
            <a:off x="4742823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54E108B-2BC3-AC9B-B55B-4148C6594A20}"/>
              </a:ext>
            </a:extLst>
          </p:cNvPr>
          <p:cNvSpPr txBox="1"/>
          <p:nvPr/>
        </p:nvSpPr>
        <p:spPr>
          <a:xfrm>
            <a:off x="4742822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8F022E-B104-8559-24F3-5FA5D024F0BE}"/>
              </a:ext>
            </a:extLst>
          </p:cNvPr>
          <p:cNvSpPr txBox="1"/>
          <p:nvPr/>
        </p:nvSpPr>
        <p:spPr>
          <a:xfrm>
            <a:off x="4742823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EC50245-E894-2B26-A9B8-3E2636B77E40}"/>
              </a:ext>
            </a:extLst>
          </p:cNvPr>
          <p:cNvSpPr txBox="1"/>
          <p:nvPr/>
        </p:nvSpPr>
        <p:spPr>
          <a:xfrm>
            <a:off x="8609647" y="5555926"/>
            <a:ext cx="15864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dirty="0"/>
              <a:t>11/04/2025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86A3A7E-F4EB-35CC-2CCC-6BD1D3DD1D88}"/>
              </a:ext>
            </a:extLst>
          </p:cNvPr>
          <p:cNvSpPr txBox="1"/>
          <p:nvPr/>
        </p:nvSpPr>
        <p:spPr>
          <a:xfrm>
            <a:off x="425362" y="626796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showMyArticles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D085CFE-2C1E-0569-7D70-5B6D486CA599}"/>
              </a:ext>
            </a:extLst>
          </p:cNvPr>
          <p:cNvSpPr txBox="1"/>
          <p:nvPr/>
        </p:nvSpPr>
        <p:spPr>
          <a:xfrm>
            <a:off x="4303346" y="626484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showMyArticles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32F8D1D-901C-9BA4-6903-B8B1911964E4}"/>
              </a:ext>
            </a:extLst>
          </p:cNvPr>
          <p:cNvSpPr txBox="1"/>
          <p:nvPr/>
        </p:nvSpPr>
        <p:spPr>
          <a:xfrm>
            <a:off x="8381710" y="62667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showArticle</a:t>
            </a:r>
            <a:r>
              <a:rPr lang="it-IT" dirty="0"/>
              <a:t>/user/92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E6647FA6-DE50-8E89-54DC-37C89A23887E}"/>
              </a:ext>
            </a:extLst>
          </p:cNvPr>
          <p:cNvSpPr txBox="1"/>
          <p:nvPr/>
        </p:nvSpPr>
        <p:spPr>
          <a:xfrm>
            <a:off x="1382072" y="5477805"/>
            <a:ext cx="2325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newArticle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Freccia in giù 22">
            <a:extLst>
              <a:ext uri="{FF2B5EF4-FFF2-40B4-BE49-F238E27FC236}">
                <a16:creationId xmlns:a16="http://schemas.microsoft.com/office/drawing/2014/main" id="{CE02D39A-BF40-F897-AB12-2F64E73EF6DC}"/>
              </a:ext>
            </a:extLst>
          </p:cNvPr>
          <p:cNvSpPr/>
          <p:nvPr/>
        </p:nvSpPr>
        <p:spPr>
          <a:xfrm rot="10800000">
            <a:off x="2165137" y="5137144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6606260-BD96-CD34-DC05-930CB7971D90}"/>
              </a:ext>
            </a:extLst>
          </p:cNvPr>
          <p:cNvSpPr txBox="1"/>
          <p:nvPr/>
        </p:nvSpPr>
        <p:spPr>
          <a:xfrm>
            <a:off x="5419188" y="5703558"/>
            <a:ext cx="1868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newArticle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A661C2E9-C238-FF17-A4B0-24E553AE0A2D}"/>
              </a:ext>
            </a:extLst>
          </p:cNvPr>
          <p:cNvSpPr/>
          <p:nvPr/>
        </p:nvSpPr>
        <p:spPr>
          <a:xfrm rot="10800000">
            <a:off x="6136682" y="5485760"/>
            <a:ext cx="118469" cy="24362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6D6800B-2967-9F5A-A000-EEE195C7E12F}"/>
              </a:ext>
            </a:extLst>
          </p:cNvPr>
          <p:cNvSpPr txBox="1"/>
          <p:nvPr/>
        </p:nvSpPr>
        <p:spPr>
          <a:xfrm>
            <a:off x="4853284" y="4519489"/>
            <a:ext cx="285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/user/90</a:t>
            </a:r>
          </a:p>
        </p:txBody>
      </p:sp>
      <p:sp>
        <p:nvSpPr>
          <p:cNvPr id="28" name="Freccia in giù 27">
            <a:extLst>
              <a:ext uri="{FF2B5EF4-FFF2-40B4-BE49-F238E27FC236}">
                <a16:creationId xmlns:a16="http://schemas.microsoft.com/office/drawing/2014/main" id="{9149B7B5-89B5-87DB-BD42-BDDB00B608D6}"/>
              </a:ext>
            </a:extLst>
          </p:cNvPr>
          <p:cNvSpPr/>
          <p:nvPr/>
        </p:nvSpPr>
        <p:spPr>
          <a:xfrm rot="10800000">
            <a:off x="5996015" y="3864337"/>
            <a:ext cx="140665" cy="6310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4AD6D049-BEC9-451A-7F0D-F866698F5BAB}"/>
              </a:ext>
            </a:extLst>
          </p:cNvPr>
          <p:cNvSpPr txBox="1"/>
          <p:nvPr/>
        </p:nvSpPr>
        <p:spPr>
          <a:xfrm>
            <a:off x="8976223" y="660043"/>
            <a:ext cx="285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mofifyArticle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/92</a:t>
            </a:r>
          </a:p>
        </p:txBody>
      </p:sp>
      <p:sp>
        <p:nvSpPr>
          <p:cNvPr id="30" name="Freccia in giù 29">
            <a:extLst>
              <a:ext uri="{FF2B5EF4-FFF2-40B4-BE49-F238E27FC236}">
                <a16:creationId xmlns:a16="http://schemas.microsoft.com/office/drawing/2014/main" id="{54917C99-8D96-CCF8-D6CE-D3D7E4423DE8}"/>
              </a:ext>
            </a:extLst>
          </p:cNvPr>
          <p:cNvSpPr/>
          <p:nvPr/>
        </p:nvSpPr>
        <p:spPr>
          <a:xfrm rot="19620163">
            <a:off x="11006563" y="1056585"/>
            <a:ext cx="140665" cy="6310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278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0346CD-01AE-D427-F572-9DF98395E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BD76348-D367-F7AE-44EC-C7B7A9C5D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615B28-AE8A-979B-E861-3DEA41B01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33AE2BF-8F2D-605A-10AB-4F7E480A5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4482EAA-3404-CD80-76C2-80C257542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7883789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</a:t>
            </a:r>
            <a:r>
              <a:rPr lang="en-US" sz="2000" dirty="0"/>
              <a:t>modify article</a:t>
            </a:r>
            <a:endParaRPr lang="en-US" sz="2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9B2BF9-4EEB-295B-E07F-D6EA66A1A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831D0-2745-216D-B99E-2013828B3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23DE870-7E85-1B68-8D2E-61B15B032813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59658CCB-0104-858B-4549-34CEE2C7EA5A}"/>
              </a:ext>
            </a:extLst>
          </p:cNvPr>
          <p:cNvSpPr/>
          <p:nvPr/>
        </p:nvSpPr>
        <p:spPr>
          <a:xfrm>
            <a:off x="3692792" y="1595186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40" name="Connettore diritto 39">
            <a:extLst>
              <a:ext uri="{FF2B5EF4-FFF2-40B4-BE49-F238E27FC236}">
                <a16:creationId xmlns:a16="http://schemas.microsoft.com/office/drawing/2014/main" id="{E9264B81-609D-D097-93C6-6E3F94AF8BFC}"/>
              </a:ext>
            </a:extLst>
          </p:cNvPr>
          <p:cNvCxnSpPr/>
          <p:nvPr/>
        </p:nvCxnSpPr>
        <p:spPr>
          <a:xfrm>
            <a:off x="3890163" y="2198380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3B9D2C9-91A1-2ED0-4358-E6630570F36F}"/>
              </a:ext>
            </a:extLst>
          </p:cNvPr>
          <p:cNvSpPr txBox="1"/>
          <p:nvPr/>
        </p:nvSpPr>
        <p:spPr>
          <a:xfrm>
            <a:off x="3872024" y="5830233"/>
            <a:ext cx="15864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it-IT" dirty="0"/>
              <a:t>11/04/2025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4A1439F-C6D8-FFB9-9536-2738D128D045}"/>
              </a:ext>
            </a:extLst>
          </p:cNvPr>
          <p:cNvSpPr txBox="1"/>
          <p:nvPr/>
        </p:nvSpPr>
        <p:spPr>
          <a:xfrm>
            <a:off x="3662226" y="64245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showArticle</a:t>
            </a:r>
            <a:r>
              <a:rPr lang="it-IT" dirty="0"/>
              <a:t>/user/92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9B965F18-D7F1-4A96-F9E0-07935582BFA9}"/>
              </a:ext>
            </a:extLst>
          </p:cNvPr>
          <p:cNvSpPr txBox="1"/>
          <p:nvPr/>
        </p:nvSpPr>
        <p:spPr>
          <a:xfrm>
            <a:off x="3742722" y="1742458"/>
            <a:ext cx="343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Modifing</a:t>
            </a:r>
            <a:r>
              <a:rPr lang="it-IT" dirty="0"/>
              <a:t> </a:t>
            </a:r>
            <a:r>
              <a:rPr lang="it-IT" dirty="0" err="1"/>
              <a:t>article</a:t>
            </a:r>
            <a:r>
              <a:rPr lang="it-IT" dirty="0"/>
              <a:t> : </a:t>
            </a:r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endParaRPr lang="it-IT" dirty="0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CE18314-5BF7-900E-82C2-69AE25116EC3}"/>
              </a:ext>
            </a:extLst>
          </p:cNvPr>
          <p:cNvSpPr txBox="1"/>
          <p:nvPr/>
        </p:nvSpPr>
        <p:spPr>
          <a:xfrm>
            <a:off x="4516526" y="2267268"/>
            <a:ext cx="265761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20DD868-4BA5-B90F-956B-AF73B81BA72B}"/>
              </a:ext>
            </a:extLst>
          </p:cNvPr>
          <p:cNvSpPr txBox="1"/>
          <p:nvPr/>
        </p:nvSpPr>
        <p:spPr>
          <a:xfrm>
            <a:off x="3944261" y="3199891"/>
            <a:ext cx="3028335" cy="2031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dolor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consectetur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adipiscing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elit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Fusce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ultrices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vulputate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metus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Cras ex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diam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convallis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facilisis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ut,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interdum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et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nisl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</a:t>
            </a:r>
            <a:endParaRPr lang="it-IT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5D19062A-56A2-BAD2-2393-8151DD205B64}"/>
              </a:ext>
            </a:extLst>
          </p:cNvPr>
          <p:cNvSpPr txBox="1"/>
          <p:nvPr/>
        </p:nvSpPr>
        <p:spPr>
          <a:xfrm>
            <a:off x="3805884" y="2267268"/>
            <a:ext cx="726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Title: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DEC46263-351B-DE54-5DB6-F3C4862E640E}"/>
              </a:ext>
            </a:extLst>
          </p:cNvPr>
          <p:cNvSpPr txBox="1"/>
          <p:nvPr/>
        </p:nvSpPr>
        <p:spPr>
          <a:xfrm>
            <a:off x="3820808" y="2727047"/>
            <a:ext cx="726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Text: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1AAAB779-A496-EBBC-1B31-5FA03E9D746A}"/>
              </a:ext>
            </a:extLst>
          </p:cNvPr>
          <p:cNvSpPr txBox="1"/>
          <p:nvPr/>
        </p:nvSpPr>
        <p:spPr>
          <a:xfrm>
            <a:off x="4184201" y="5400861"/>
            <a:ext cx="265761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Save </a:t>
            </a:r>
            <a:r>
              <a:rPr lang="it-IT" dirty="0" err="1"/>
              <a:t>changes</a:t>
            </a:r>
            <a:endParaRPr lang="it-IT" dirty="0"/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B2A990EC-43A4-2FCB-EF22-8DB42D764D47}"/>
              </a:ext>
            </a:extLst>
          </p:cNvPr>
          <p:cNvSpPr txBox="1"/>
          <p:nvPr/>
        </p:nvSpPr>
        <p:spPr>
          <a:xfrm>
            <a:off x="7797839" y="5554979"/>
            <a:ext cx="2988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api/user/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modifyArticle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/92</a:t>
            </a:r>
          </a:p>
        </p:txBody>
      </p:sp>
      <p:sp>
        <p:nvSpPr>
          <p:cNvPr id="56" name="Freccia in giù 55">
            <a:extLst>
              <a:ext uri="{FF2B5EF4-FFF2-40B4-BE49-F238E27FC236}">
                <a16:creationId xmlns:a16="http://schemas.microsoft.com/office/drawing/2014/main" id="{D017D409-DE0E-8CC2-72E6-0286BA36E48F}"/>
              </a:ext>
            </a:extLst>
          </p:cNvPr>
          <p:cNvSpPr/>
          <p:nvPr/>
        </p:nvSpPr>
        <p:spPr>
          <a:xfrm rot="5771726">
            <a:off x="7249493" y="5308410"/>
            <a:ext cx="140665" cy="6310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5049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979944-82B3-3663-6E20-BC8F5C859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B02CD8-40FF-F784-BFE5-A6E04AC55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1C2284-3439-0767-72A7-781D85B28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893AADC-70D2-DD88-1540-CE61BBDB2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FFF44D-896E-49C0-03BE-4BEC1A4F7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002560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 </a:t>
            </a:r>
            <a:r>
              <a:rPr lang="en-US" sz="2000" dirty="0"/>
              <a:t>write article</a:t>
            </a:r>
            <a:r>
              <a:rPr lang="en-US" sz="3600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8281BC-3CDB-436B-5B30-0FF42B459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0363E5-B96B-B9D4-0FFB-8E96719C1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4AA4BCF-7C4C-FC2D-20E9-E5510ED35D7C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1C6519BD-9C7C-C7DA-8AC8-80AC20D7C2DD}"/>
              </a:ext>
            </a:extLst>
          </p:cNvPr>
          <p:cNvSpPr/>
          <p:nvPr/>
        </p:nvSpPr>
        <p:spPr>
          <a:xfrm>
            <a:off x="1748072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B80AEFF-6FBB-66ED-57A6-A7076FB5CACC}"/>
              </a:ext>
            </a:extLst>
          </p:cNvPr>
          <p:cNvSpPr txBox="1"/>
          <p:nvPr/>
        </p:nvSpPr>
        <p:spPr>
          <a:xfrm>
            <a:off x="2593275" y="1534050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</a:t>
            </a:r>
            <a:r>
              <a:rPr lang="it-IT" dirty="0" err="1"/>
              <a:t>Article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9AC9681C-E722-BDBD-EFFA-AB9AB8DFA915}"/>
              </a:ext>
            </a:extLst>
          </p:cNvPr>
          <p:cNvCxnSpPr/>
          <p:nvPr/>
        </p:nvCxnSpPr>
        <p:spPr>
          <a:xfrm>
            <a:off x="1945443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725FDF60-8A66-1AAD-BA6C-CE968BDF42F6}"/>
              </a:ext>
            </a:extLst>
          </p:cNvPr>
          <p:cNvSpPr txBox="1"/>
          <p:nvPr/>
        </p:nvSpPr>
        <p:spPr>
          <a:xfrm>
            <a:off x="1910521" y="2070461"/>
            <a:ext cx="70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Title: 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48710353-B6B6-DC9C-DBD3-0F1DEDAEB4DB}"/>
              </a:ext>
            </a:extLst>
          </p:cNvPr>
          <p:cNvSpPr txBox="1"/>
          <p:nvPr/>
        </p:nvSpPr>
        <p:spPr>
          <a:xfrm>
            <a:off x="2645709" y="2094014"/>
            <a:ext cx="247225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0C88A31-21BD-CEA1-5732-7046824398C6}"/>
              </a:ext>
            </a:extLst>
          </p:cNvPr>
          <p:cNvSpPr txBox="1"/>
          <p:nvPr/>
        </p:nvSpPr>
        <p:spPr>
          <a:xfrm>
            <a:off x="1894347" y="2595724"/>
            <a:ext cx="82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Text: 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AA5AE34-2A25-DB48-F7E0-F1C858B6A553}"/>
              </a:ext>
            </a:extLst>
          </p:cNvPr>
          <p:cNvSpPr txBox="1"/>
          <p:nvPr/>
        </p:nvSpPr>
        <p:spPr>
          <a:xfrm>
            <a:off x="1973655" y="2965056"/>
            <a:ext cx="3178822" cy="230832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dolor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consectetur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adipiscing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elit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Fusce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ultrices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vulputate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metus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Cras ex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diam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convallis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facilisis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ut,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interdum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et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nisl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</a:t>
            </a:r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8130C10-31EE-C1D2-BC54-841AB0566F06}"/>
              </a:ext>
            </a:extLst>
          </p:cNvPr>
          <p:cNvSpPr txBox="1"/>
          <p:nvPr/>
        </p:nvSpPr>
        <p:spPr>
          <a:xfrm>
            <a:off x="2718890" y="5497568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Post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05300A70-B022-58C1-8DCB-B579B54F340A}"/>
              </a:ext>
            </a:extLst>
          </p:cNvPr>
          <p:cNvSpPr/>
          <p:nvPr/>
        </p:nvSpPr>
        <p:spPr>
          <a:xfrm>
            <a:off x="6786329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9DB536C-CDBD-EED2-9950-6DEF6B8B7711}"/>
              </a:ext>
            </a:extLst>
          </p:cNvPr>
          <p:cNvSpPr txBox="1"/>
          <p:nvPr/>
        </p:nvSpPr>
        <p:spPr>
          <a:xfrm>
            <a:off x="7631532" y="1534050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New </a:t>
            </a:r>
            <a:r>
              <a:rPr lang="it-IT" dirty="0" err="1"/>
              <a:t>Article</a:t>
            </a:r>
            <a:endParaRPr lang="it-IT" dirty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DB48005D-70F7-0407-CDDD-E1DCEDC945CC}"/>
              </a:ext>
            </a:extLst>
          </p:cNvPr>
          <p:cNvCxnSpPr/>
          <p:nvPr/>
        </p:nvCxnSpPr>
        <p:spPr>
          <a:xfrm>
            <a:off x="6983700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BEB6060-8DE4-AB4C-0ABF-B8EE033FF75D}"/>
              </a:ext>
            </a:extLst>
          </p:cNvPr>
          <p:cNvSpPr txBox="1"/>
          <p:nvPr/>
        </p:nvSpPr>
        <p:spPr>
          <a:xfrm>
            <a:off x="6948778" y="2070461"/>
            <a:ext cx="70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Title: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1C80CC0-AD37-702B-B43B-11FF8905DE12}"/>
              </a:ext>
            </a:extLst>
          </p:cNvPr>
          <p:cNvSpPr txBox="1"/>
          <p:nvPr/>
        </p:nvSpPr>
        <p:spPr>
          <a:xfrm>
            <a:off x="7683966" y="2094014"/>
            <a:ext cx="247225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…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2A94F90-B50D-49D3-448B-5664CA056382}"/>
              </a:ext>
            </a:extLst>
          </p:cNvPr>
          <p:cNvSpPr txBox="1"/>
          <p:nvPr/>
        </p:nvSpPr>
        <p:spPr>
          <a:xfrm>
            <a:off x="6932604" y="2595724"/>
            <a:ext cx="82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Text: 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2B5ADEE-AF12-88C2-5A96-4AF0C8CBDDD2}"/>
              </a:ext>
            </a:extLst>
          </p:cNvPr>
          <p:cNvSpPr txBox="1"/>
          <p:nvPr/>
        </p:nvSpPr>
        <p:spPr>
          <a:xfrm>
            <a:off x="7011912" y="2965056"/>
            <a:ext cx="3178822" cy="230832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dolor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consectetur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adipiscing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elit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Fusce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ultrices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vulputate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metus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 Cras ex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diam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convallis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sit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amet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facilisis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ut,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interdum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et </a:t>
            </a:r>
            <a:r>
              <a:rPr lang="it-IT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nisl</a:t>
            </a:r>
            <a:r>
              <a:rPr lang="it-IT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.</a:t>
            </a:r>
            <a:endParaRPr lang="it-IT" dirty="0"/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F20C4DB-3FDD-F096-D6AD-BE86C52FBD05}"/>
              </a:ext>
            </a:extLst>
          </p:cNvPr>
          <p:cNvSpPr txBox="1"/>
          <p:nvPr/>
        </p:nvSpPr>
        <p:spPr>
          <a:xfrm>
            <a:off x="7757147" y="5497568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Post </a:t>
            </a:r>
            <a:r>
              <a:rPr lang="it-IT" dirty="0" err="1"/>
              <a:t>article</a:t>
            </a:r>
            <a:endParaRPr lang="it-IT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C4F669D8-006C-AD68-5BC8-9B4CB2CF5441}"/>
              </a:ext>
            </a:extLst>
          </p:cNvPr>
          <p:cNvSpPr txBox="1"/>
          <p:nvPr/>
        </p:nvSpPr>
        <p:spPr>
          <a:xfrm>
            <a:off x="9076171" y="6220123"/>
            <a:ext cx="1868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writeArticle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Freccia in giù 22">
            <a:extLst>
              <a:ext uri="{FF2B5EF4-FFF2-40B4-BE49-F238E27FC236}">
                <a16:creationId xmlns:a16="http://schemas.microsoft.com/office/drawing/2014/main" id="{3460703F-DDB1-B7E3-D1ED-BA5072A5F15A}"/>
              </a:ext>
            </a:extLst>
          </p:cNvPr>
          <p:cNvSpPr/>
          <p:nvPr/>
        </p:nvSpPr>
        <p:spPr>
          <a:xfrm rot="8228478">
            <a:off x="9593685" y="5885776"/>
            <a:ext cx="142426" cy="3299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8401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2A020-2215-C160-827A-93ECC43F7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853A3B-3AAF-1DB8-03E3-B02C2B6F8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51E510-E48E-259B-18D0-6B1A37F94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8B9A9DC-0990-8F09-2797-1DF476C24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0D18F5-2E4C-73D9-9889-EB0B2626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0" y="369903"/>
            <a:ext cx="9875111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 </a:t>
            </a:r>
            <a:r>
              <a:rPr lang="en-US" sz="2000" dirty="0"/>
              <a:t>my followers/ followings</a:t>
            </a:r>
            <a:r>
              <a:rPr lang="en-US" sz="3600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500959-F900-7752-8E85-1A34816D3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246DC0-4FB3-D6B9-5B5F-5ACE9114C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168E89E-AEB6-36E4-F870-B7D089907FE7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04DA286-D21A-F184-0461-9018BB0537BD}"/>
              </a:ext>
            </a:extLst>
          </p:cNvPr>
          <p:cNvSpPr/>
          <p:nvPr/>
        </p:nvSpPr>
        <p:spPr>
          <a:xfrm>
            <a:off x="1931127" y="144634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E2D43D5-A34E-7ADA-B36B-6F91ED0191C1}"/>
              </a:ext>
            </a:extLst>
          </p:cNvPr>
          <p:cNvSpPr txBox="1"/>
          <p:nvPr/>
        </p:nvSpPr>
        <p:spPr>
          <a:xfrm>
            <a:off x="2776330" y="158272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followers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508005E4-6D34-9ADD-DED0-4E0106DEF98E}"/>
              </a:ext>
            </a:extLst>
          </p:cNvPr>
          <p:cNvCxnSpPr/>
          <p:nvPr/>
        </p:nvCxnSpPr>
        <p:spPr>
          <a:xfrm>
            <a:off x="2128498" y="204954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C0FAB504-BF18-538C-59DE-8D672C4E620C}"/>
              </a:ext>
            </a:extLst>
          </p:cNvPr>
          <p:cNvSpPr txBox="1"/>
          <p:nvPr/>
        </p:nvSpPr>
        <p:spPr>
          <a:xfrm>
            <a:off x="2156710" y="231305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 follower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7CAA435-5651-C277-CF87-7D33EBF52E38}"/>
              </a:ext>
            </a:extLst>
          </p:cNvPr>
          <p:cNvSpPr txBox="1"/>
          <p:nvPr/>
        </p:nvSpPr>
        <p:spPr>
          <a:xfrm>
            <a:off x="2133731" y="3390628"/>
            <a:ext cx="3255762" cy="2031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User A</a:t>
            </a:r>
          </a:p>
          <a:p>
            <a:r>
              <a:rPr lang="it-IT" u="sng" dirty="0"/>
              <a:t>User B</a:t>
            </a:r>
          </a:p>
          <a:p>
            <a:r>
              <a:rPr lang="it-IT" u="sng" dirty="0"/>
              <a:t>User C</a:t>
            </a:r>
          </a:p>
          <a:p>
            <a:r>
              <a:rPr lang="it-IT" u="sng" dirty="0"/>
              <a:t>User D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DB57D87-6C4D-0765-E747-4A3D17159F2F}"/>
              </a:ext>
            </a:extLst>
          </p:cNvPr>
          <p:cNvSpPr txBox="1"/>
          <p:nvPr/>
        </p:nvSpPr>
        <p:spPr>
          <a:xfrm>
            <a:off x="1931127" y="2907505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 List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70C6881D-8C29-6548-FCB3-E5437FC22182}"/>
              </a:ext>
            </a:extLst>
          </p:cNvPr>
          <p:cNvSpPr/>
          <p:nvPr/>
        </p:nvSpPr>
        <p:spPr>
          <a:xfrm>
            <a:off x="699492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4216428-4C99-0D8F-3852-884E4B016D7C}"/>
              </a:ext>
            </a:extLst>
          </p:cNvPr>
          <p:cNvSpPr txBox="1"/>
          <p:nvPr/>
        </p:nvSpPr>
        <p:spPr>
          <a:xfrm>
            <a:off x="7840128" y="1581238"/>
            <a:ext cx="1863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followings</a:t>
            </a:r>
            <a:endParaRPr lang="it-IT" dirty="0"/>
          </a:p>
        </p:txBody>
      </p: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3C6EAF6-6A10-CB1D-5385-BCD983253A16}"/>
              </a:ext>
            </a:extLst>
          </p:cNvPr>
          <p:cNvCxnSpPr/>
          <p:nvPr/>
        </p:nvCxnSpPr>
        <p:spPr>
          <a:xfrm>
            <a:off x="719229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FD4CC62-C95F-47AB-D87C-F135C09E8F9A}"/>
              </a:ext>
            </a:extLst>
          </p:cNvPr>
          <p:cNvSpPr txBox="1"/>
          <p:nvPr/>
        </p:nvSpPr>
        <p:spPr>
          <a:xfrm>
            <a:off x="7220509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..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10548015-6B00-5629-B627-4151B298D862}"/>
              </a:ext>
            </a:extLst>
          </p:cNvPr>
          <p:cNvSpPr txBox="1"/>
          <p:nvPr/>
        </p:nvSpPr>
        <p:spPr>
          <a:xfrm>
            <a:off x="7197530" y="3389138"/>
            <a:ext cx="3255762" cy="2031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User A</a:t>
            </a:r>
          </a:p>
          <a:p>
            <a:r>
              <a:rPr lang="it-IT" u="sng" dirty="0"/>
              <a:t>User B</a:t>
            </a:r>
          </a:p>
          <a:p>
            <a:r>
              <a:rPr lang="it-IT" u="sng" dirty="0"/>
              <a:t>User C</a:t>
            </a:r>
          </a:p>
          <a:p>
            <a:r>
              <a:rPr lang="it-IT" u="sng" dirty="0"/>
              <a:t>User D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8FA1D66C-7A4B-0F9F-CFA9-B18787481F52}"/>
              </a:ext>
            </a:extLst>
          </p:cNvPr>
          <p:cNvSpPr txBox="1"/>
          <p:nvPr/>
        </p:nvSpPr>
        <p:spPr>
          <a:xfrm>
            <a:off x="7122942" y="2922323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 List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6F23B25-D711-1735-BF95-EBBF330E70EC}"/>
              </a:ext>
            </a:extLst>
          </p:cNvPr>
          <p:cNvSpPr txBox="1"/>
          <p:nvPr/>
        </p:nvSpPr>
        <p:spPr>
          <a:xfrm>
            <a:off x="1789243" y="625348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showMyFollowers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7D09C13-667C-3166-F449-0045494A4CA0}"/>
              </a:ext>
            </a:extLst>
          </p:cNvPr>
          <p:cNvSpPr txBox="1"/>
          <p:nvPr/>
        </p:nvSpPr>
        <p:spPr>
          <a:xfrm>
            <a:off x="6942838" y="626710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showMyFollowings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167123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6CA888-1E32-26F9-1712-BA706AE9F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07E066A-B596-7579-1CBB-CA2E0EF4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4E915B-DA0A-FFBB-F0F6-8892CB9F5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63C3C78-F230-4970-CDEB-EB6163A9A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08F919-320A-D15D-0D78-31BB7D1A4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F7F52A-3B1A-B393-A3CB-AA79C0D85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9E14D7F-5035-83A1-B994-1CE06F1719FA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1EA0ED08-E1AA-F1C1-EAE3-A9EBDB1D6A92}"/>
              </a:ext>
            </a:extLst>
          </p:cNvPr>
          <p:cNvSpPr/>
          <p:nvPr/>
        </p:nvSpPr>
        <p:spPr>
          <a:xfrm>
            <a:off x="1931127" y="144634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AACD5AF-F76A-245C-3911-080FEC96EBEC}"/>
              </a:ext>
            </a:extLst>
          </p:cNvPr>
          <p:cNvSpPr txBox="1"/>
          <p:nvPr/>
        </p:nvSpPr>
        <p:spPr>
          <a:xfrm>
            <a:off x="2776330" y="158272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My followers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3ECCF919-9D4D-906B-827C-90D8D0E28024}"/>
              </a:ext>
            </a:extLst>
          </p:cNvPr>
          <p:cNvCxnSpPr/>
          <p:nvPr/>
        </p:nvCxnSpPr>
        <p:spPr>
          <a:xfrm>
            <a:off x="2128498" y="204954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B79F8EB6-E10D-A28E-988D-51E6BC9470C2}"/>
              </a:ext>
            </a:extLst>
          </p:cNvPr>
          <p:cNvSpPr txBox="1"/>
          <p:nvPr/>
        </p:nvSpPr>
        <p:spPr>
          <a:xfrm>
            <a:off x="2156710" y="231305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 follower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DB42818-6A00-E0AB-F3EE-FA452F533F33}"/>
              </a:ext>
            </a:extLst>
          </p:cNvPr>
          <p:cNvSpPr txBox="1"/>
          <p:nvPr/>
        </p:nvSpPr>
        <p:spPr>
          <a:xfrm>
            <a:off x="2133731" y="3390628"/>
            <a:ext cx="3255762" cy="2031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User A</a:t>
            </a:r>
          </a:p>
          <a:p>
            <a:r>
              <a:rPr lang="it-IT" u="sng" dirty="0"/>
              <a:t>User B</a:t>
            </a:r>
          </a:p>
          <a:p>
            <a:r>
              <a:rPr lang="it-IT" u="sng" dirty="0"/>
              <a:t>User C</a:t>
            </a:r>
          </a:p>
          <a:p>
            <a:r>
              <a:rPr lang="it-IT" u="sng" dirty="0"/>
              <a:t>User D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5CE5F16D-FD93-7B38-0003-CE23DBE37FB4}"/>
              </a:ext>
            </a:extLst>
          </p:cNvPr>
          <p:cNvSpPr txBox="1"/>
          <p:nvPr/>
        </p:nvSpPr>
        <p:spPr>
          <a:xfrm>
            <a:off x="1931127" y="2907505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 List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846B14AA-7AFF-9DEA-10CD-086C221DC367}"/>
              </a:ext>
            </a:extLst>
          </p:cNvPr>
          <p:cNvSpPr/>
          <p:nvPr/>
        </p:nvSpPr>
        <p:spPr>
          <a:xfrm>
            <a:off x="6994926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7734A2B9-D522-0F88-6684-10FA05220DF2}"/>
              </a:ext>
            </a:extLst>
          </p:cNvPr>
          <p:cNvSpPr txBox="1"/>
          <p:nvPr/>
        </p:nvSpPr>
        <p:spPr>
          <a:xfrm>
            <a:off x="7840128" y="1581238"/>
            <a:ext cx="1863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Your </a:t>
            </a:r>
            <a:r>
              <a:rPr lang="it-IT" dirty="0" err="1"/>
              <a:t>followings</a:t>
            </a:r>
            <a:endParaRPr lang="it-IT" dirty="0"/>
          </a:p>
        </p:txBody>
      </p: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7AB2E8E-B1DE-13F2-77D1-5AC452B1491B}"/>
              </a:ext>
            </a:extLst>
          </p:cNvPr>
          <p:cNvCxnSpPr/>
          <p:nvPr/>
        </p:nvCxnSpPr>
        <p:spPr>
          <a:xfrm>
            <a:off x="7192297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F941B4-2EC9-FA8E-9496-DE4AA371BBBB}"/>
              </a:ext>
            </a:extLst>
          </p:cNvPr>
          <p:cNvSpPr txBox="1"/>
          <p:nvPr/>
        </p:nvSpPr>
        <p:spPr>
          <a:xfrm>
            <a:off x="7220509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r>
              <a:rPr lang="it-IT" dirty="0"/>
              <a:t>..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487F8D4A-9049-F85D-C71F-1F6A76206FDA}"/>
              </a:ext>
            </a:extLst>
          </p:cNvPr>
          <p:cNvSpPr txBox="1"/>
          <p:nvPr/>
        </p:nvSpPr>
        <p:spPr>
          <a:xfrm>
            <a:off x="7197530" y="3389138"/>
            <a:ext cx="3255762" cy="2031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User A</a:t>
            </a:r>
          </a:p>
          <a:p>
            <a:r>
              <a:rPr lang="it-IT" u="sng" dirty="0"/>
              <a:t>User B</a:t>
            </a:r>
          </a:p>
          <a:p>
            <a:r>
              <a:rPr lang="it-IT" u="sng" dirty="0"/>
              <a:t>User C</a:t>
            </a:r>
          </a:p>
          <a:p>
            <a:r>
              <a:rPr lang="it-IT" u="sng" dirty="0"/>
              <a:t>User D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9F95373-F50F-ACAB-3B9E-288AB9CB63D2}"/>
              </a:ext>
            </a:extLst>
          </p:cNvPr>
          <p:cNvSpPr txBox="1"/>
          <p:nvPr/>
        </p:nvSpPr>
        <p:spPr>
          <a:xfrm>
            <a:off x="7122942" y="2922323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 List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F01689F-479A-81BA-B392-677FA725BACD}"/>
              </a:ext>
            </a:extLst>
          </p:cNvPr>
          <p:cNvSpPr txBox="1"/>
          <p:nvPr/>
        </p:nvSpPr>
        <p:spPr>
          <a:xfrm>
            <a:off x="1789243" y="625348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showMyFollowers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EC247C0-11A8-DC32-35B0-75BF28DF73A2}"/>
              </a:ext>
            </a:extLst>
          </p:cNvPr>
          <p:cNvSpPr txBox="1"/>
          <p:nvPr/>
        </p:nvSpPr>
        <p:spPr>
          <a:xfrm>
            <a:off x="6942838" y="626710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showMyFollowings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734865-2B8B-79D2-1AE8-270460B6EBE6}"/>
              </a:ext>
            </a:extLst>
          </p:cNvPr>
          <p:cNvSpPr txBox="1"/>
          <p:nvPr/>
        </p:nvSpPr>
        <p:spPr>
          <a:xfrm>
            <a:off x="3143214" y="3390907"/>
            <a:ext cx="2579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showUser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User_A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Freccia in giù 6">
            <a:extLst>
              <a:ext uri="{FF2B5EF4-FFF2-40B4-BE49-F238E27FC236}">
                <a16:creationId xmlns:a16="http://schemas.microsoft.com/office/drawing/2014/main" id="{BDFFF379-DC4B-175F-FC71-22CC262CE2E3}"/>
              </a:ext>
            </a:extLst>
          </p:cNvPr>
          <p:cNvSpPr/>
          <p:nvPr/>
        </p:nvSpPr>
        <p:spPr>
          <a:xfrm rot="5400000">
            <a:off x="3027214" y="3426969"/>
            <a:ext cx="118469" cy="24362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BA462CB-548D-DB0C-7037-8628150F2978}"/>
              </a:ext>
            </a:extLst>
          </p:cNvPr>
          <p:cNvSpPr txBox="1"/>
          <p:nvPr/>
        </p:nvSpPr>
        <p:spPr>
          <a:xfrm>
            <a:off x="8275970" y="3428035"/>
            <a:ext cx="2579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showUser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User_A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" name="Freccia in giù 10">
            <a:extLst>
              <a:ext uri="{FF2B5EF4-FFF2-40B4-BE49-F238E27FC236}">
                <a16:creationId xmlns:a16="http://schemas.microsoft.com/office/drawing/2014/main" id="{8367DDA2-A52C-4A80-67F8-F864E0EB02E9}"/>
              </a:ext>
            </a:extLst>
          </p:cNvPr>
          <p:cNvSpPr/>
          <p:nvPr/>
        </p:nvSpPr>
        <p:spPr>
          <a:xfrm rot="5400000">
            <a:off x="8159970" y="3464097"/>
            <a:ext cx="118469" cy="24362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Titolo 1">
            <a:extLst>
              <a:ext uri="{FF2B5EF4-FFF2-40B4-BE49-F238E27FC236}">
                <a16:creationId xmlns:a16="http://schemas.microsoft.com/office/drawing/2014/main" id="{E9B159A3-0F68-DB92-8706-FDDFEC0D4B3B}"/>
              </a:ext>
            </a:extLst>
          </p:cNvPr>
          <p:cNvSpPr txBox="1">
            <a:spLocks/>
          </p:cNvSpPr>
          <p:nvPr/>
        </p:nvSpPr>
        <p:spPr>
          <a:xfrm>
            <a:off x="497920" y="369903"/>
            <a:ext cx="9875111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User logged   </a:t>
            </a:r>
            <a:r>
              <a:rPr lang="en-US" sz="2000" dirty="0"/>
              <a:t>my followers/ followings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09337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80B3F-19F6-552B-A985-DA45D35DC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E003679-737B-EE23-7069-6FD4C9997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062DF5-AA94-CEC6-9439-25FEBC225B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D9FFC16-0AA6-7780-848A-2FB082C9C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FF27725-5AF1-66A9-C5EA-31936FBF7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757124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   </a:t>
            </a:r>
            <a:r>
              <a:rPr lang="en-US" sz="2000" dirty="0"/>
              <a:t>search / view user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7258F9-237B-9FA6-EBE0-C001CAB9B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5A62E4-F0E4-46A7-55AA-4136F126D8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0F74B4BB-7FA1-B2FD-20DD-86ACFC447F7A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B45F3915-2DA0-E375-FD73-3238262CDE19}"/>
              </a:ext>
            </a:extLst>
          </p:cNvPr>
          <p:cNvSpPr/>
          <p:nvPr/>
        </p:nvSpPr>
        <p:spPr>
          <a:xfrm>
            <a:off x="210524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E60C598-A8A1-4E4C-22A3-936C8269F8F5}"/>
              </a:ext>
            </a:extLst>
          </p:cNvPr>
          <p:cNvSpPr txBox="1"/>
          <p:nvPr/>
        </p:nvSpPr>
        <p:spPr>
          <a:xfrm>
            <a:off x="2950446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Searching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96A574CB-A2C3-F6CA-014B-B97C81C2EC52}"/>
              </a:ext>
            </a:extLst>
          </p:cNvPr>
          <p:cNvCxnSpPr/>
          <p:nvPr/>
        </p:nvCxnSpPr>
        <p:spPr>
          <a:xfrm>
            <a:off x="230261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88D0DB95-4BF6-D288-1E79-A19A15D1B701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7A7F060-0923-3D4A-46C5-CD816F16DF32}"/>
              </a:ext>
            </a:extLst>
          </p:cNvPr>
          <p:cNvSpPr txBox="1"/>
          <p:nvPr/>
        </p:nvSpPr>
        <p:spPr>
          <a:xfrm>
            <a:off x="6861467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1E4C2C67-2656-7D1D-8A93-C6E1D12DFE73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4CA3688F-3447-1A30-9B3B-81D57E531714}"/>
              </a:ext>
            </a:extLst>
          </p:cNvPr>
          <p:cNvSpPr txBox="1"/>
          <p:nvPr/>
        </p:nvSpPr>
        <p:spPr>
          <a:xfrm>
            <a:off x="2330826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1C08E6AA-D9D2-BB4B-6AB5-1869D196B575}"/>
              </a:ext>
            </a:extLst>
          </p:cNvPr>
          <p:cNvSpPr txBox="1"/>
          <p:nvPr/>
        </p:nvSpPr>
        <p:spPr>
          <a:xfrm>
            <a:off x="8613058" y="1581225"/>
            <a:ext cx="190819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Follow/</a:t>
            </a:r>
            <a:r>
              <a:rPr lang="it-IT" dirty="0" err="1"/>
              <a:t>Unfollow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F823321-89A3-A078-426E-2D3E082DB70A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ADA5E1C-0725-153F-397B-A552B050097D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D65E188-A964-1747-5521-C49BC71663D6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D7AC7-F58A-34E5-29B5-B6383148A48E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10F528A-7C92-A7CC-EE39-94326B48696E}"/>
              </a:ext>
            </a:extLst>
          </p:cNvPr>
          <p:cNvSpPr txBox="1"/>
          <p:nvPr/>
        </p:nvSpPr>
        <p:spPr>
          <a:xfrm>
            <a:off x="2307847" y="3389138"/>
            <a:ext cx="3255762" cy="258532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</a:p>
          <a:p>
            <a:r>
              <a:rPr lang="it-IT" u="sng" dirty="0"/>
              <a:t>Coach x</a:t>
            </a:r>
          </a:p>
          <a:p>
            <a:r>
              <a:rPr lang="it-IT" u="sng" dirty="0"/>
              <a:t>Team z</a:t>
            </a:r>
          </a:p>
          <a:p>
            <a:r>
              <a:rPr lang="it-IT" u="sng" dirty="0"/>
              <a:t>Player 5</a:t>
            </a:r>
          </a:p>
          <a:p>
            <a:r>
              <a:rPr lang="it-IT" u="sng" dirty="0"/>
              <a:t>User H</a:t>
            </a:r>
          </a:p>
          <a:p>
            <a:r>
              <a:rPr lang="it-IT" u="sng" dirty="0"/>
              <a:t>User B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F82A585-439B-77CE-FCAC-3F2C821A30B3}"/>
              </a:ext>
            </a:extLst>
          </p:cNvPr>
          <p:cNvSpPr txBox="1"/>
          <p:nvPr/>
        </p:nvSpPr>
        <p:spPr>
          <a:xfrm>
            <a:off x="1945311" y="2883426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9E71625-F1B1-EFB1-CF43-E3E70988528E}"/>
              </a:ext>
            </a:extLst>
          </p:cNvPr>
          <p:cNvSpPr txBox="1"/>
          <p:nvPr/>
        </p:nvSpPr>
        <p:spPr>
          <a:xfrm>
            <a:off x="2026834" y="62908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CA86CD9-BFFA-1F0F-82A8-9D0A0B37FBA7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17143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AA3FB-079E-9D3F-8E9A-C4C64CC8D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CF4A2DF-2679-0F78-C17F-984E0016B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EEA615-D2EA-9991-74C9-7ECE8D1A6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EEAE331-4AFE-5A72-225B-321A705F9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FC2C96-6154-8645-DA48-E67881F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32BDF-8520-B8AE-7328-3122AF729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0848679-1C8D-C86E-8FC8-F9764F4AA224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87B1832E-EC87-0296-84CF-1972C1113DE7}"/>
              </a:ext>
            </a:extLst>
          </p:cNvPr>
          <p:cNvSpPr/>
          <p:nvPr/>
        </p:nvSpPr>
        <p:spPr>
          <a:xfrm>
            <a:off x="210524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EA09797-7528-22BC-D6A0-6306759AC064}"/>
              </a:ext>
            </a:extLst>
          </p:cNvPr>
          <p:cNvSpPr txBox="1"/>
          <p:nvPr/>
        </p:nvSpPr>
        <p:spPr>
          <a:xfrm>
            <a:off x="2950446" y="1581238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Searching</a:t>
            </a:r>
            <a:endParaRPr lang="it-IT" dirty="0"/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054EB902-CAB9-225E-8181-DC5176E60D13}"/>
              </a:ext>
            </a:extLst>
          </p:cNvPr>
          <p:cNvCxnSpPr/>
          <p:nvPr/>
        </p:nvCxnSpPr>
        <p:spPr>
          <a:xfrm>
            <a:off x="230261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tangolo 4">
            <a:extLst>
              <a:ext uri="{FF2B5EF4-FFF2-40B4-BE49-F238E27FC236}">
                <a16:creationId xmlns:a16="http://schemas.microsoft.com/office/drawing/2014/main" id="{D1068B7D-53C9-EF27-824C-9EF183181548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A0477BD-EA17-692D-7A85-901723A783FA}"/>
              </a:ext>
            </a:extLst>
          </p:cNvPr>
          <p:cNvSpPr txBox="1"/>
          <p:nvPr/>
        </p:nvSpPr>
        <p:spPr>
          <a:xfrm>
            <a:off x="6861467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3C7F0A54-BDC4-240A-B172-2DBB08A2CFF9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0D5F5850-216C-4D24-9C22-13F3F1A12F1B}"/>
              </a:ext>
            </a:extLst>
          </p:cNvPr>
          <p:cNvSpPr txBox="1"/>
          <p:nvPr/>
        </p:nvSpPr>
        <p:spPr>
          <a:xfrm>
            <a:off x="2330826" y="2311565"/>
            <a:ext cx="325576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C19C409-FA7A-4E4B-A950-576A0385B59B}"/>
              </a:ext>
            </a:extLst>
          </p:cNvPr>
          <p:cNvSpPr txBox="1"/>
          <p:nvPr/>
        </p:nvSpPr>
        <p:spPr>
          <a:xfrm>
            <a:off x="8569974" y="1581225"/>
            <a:ext cx="1951275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Follow/</a:t>
            </a:r>
            <a:r>
              <a:rPr lang="it-IT" dirty="0" err="1"/>
              <a:t>Unfollow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642C5CA-AED6-E1E4-3230-79502E5A8F93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93D2C94-9C2E-7870-ADDE-2198C170139E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F86635D-854A-F3B3-E175-24597A4E9A7E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414720B-438E-F82D-AC6A-B28C557AE2FC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8064EBCB-AA59-1D91-4742-D4063A4C53D0}"/>
              </a:ext>
            </a:extLst>
          </p:cNvPr>
          <p:cNvSpPr txBox="1"/>
          <p:nvPr/>
        </p:nvSpPr>
        <p:spPr>
          <a:xfrm>
            <a:off x="2307847" y="3389138"/>
            <a:ext cx="3255762" cy="258532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</a:p>
          <a:p>
            <a:r>
              <a:rPr lang="it-IT" u="sng" dirty="0"/>
              <a:t>Coach x</a:t>
            </a:r>
          </a:p>
          <a:p>
            <a:r>
              <a:rPr lang="it-IT" u="sng" dirty="0"/>
              <a:t>Team z</a:t>
            </a:r>
          </a:p>
          <a:p>
            <a:r>
              <a:rPr lang="it-IT" u="sng" dirty="0"/>
              <a:t>Player 5</a:t>
            </a:r>
          </a:p>
          <a:p>
            <a:r>
              <a:rPr lang="it-IT" u="sng" dirty="0"/>
              <a:t>User H</a:t>
            </a:r>
          </a:p>
          <a:p>
            <a:r>
              <a:rPr lang="it-IT" u="sng" dirty="0"/>
              <a:t>User B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B72DE69-BE5B-6353-3D20-A638212B69DB}"/>
              </a:ext>
            </a:extLst>
          </p:cNvPr>
          <p:cNvSpPr txBox="1"/>
          <p:nvPr/>
        </p:nvSpPr>
        <p:spPr>
          <a:xfrm>
            <a:off x="1945311" y="2883426"/>
            <a:ext cx="181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F89279A-ACDF-B627-6E2B-83038384923C}"/>
              </a:ext>
            </a:extLst>
          </p:cNvPr>
          <p:cNvSpPr txBox="1"/>
          <p:nvPr/>
        </p:nvSpPr>
        <p:spPr>
          <a:xfrm>
            <a:off x="2026834" y="629089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78C2960-4D65-74BB-33A4-B3D44EC89817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CF251F70-6FBE-6FBD-579F-F17011625629}"/>
              </a:ext>
            </a:extLst>
          </p:cNvPr>
          <p:cNvSpPr txBox="1"/>
          <p:nvPr/>
        </p:nvSpPr>
        <p:spPr>
          <a:xfrm>
            <a:off x="9318569" y="63597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api/follow/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Freccia in giù 22">
            <a:extLst>
              <a:ext uri="{FF2B5EF4-FFF2-40B4-BE49-F238E27FC236}">
                <a16:creationId xmlns:a16="http://schemas.microsoft.com/office/drawing/2014/main" id="{E84283F6-7EB7-6817-6CB9-25412DEF2CAF}"/>
              </a:ext>
            </a:extLst>
          </p:cNvPr>
          <p:cNvSpPr/>
          <p:nvPr/>
        </p:nvSpPr>
        <p:spPr>
          <a:xfrm>
            <a:off x="9763432" y="1005303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BF2FA78-108C-4A88-B887-E75A674CC94D}"/>
              </a:ext>
            </a:extLst>
          </p:cNvPr>
          <p:cNvSpPr txBox="1"/>
          <p:nvPr/>
        </p:nvSpPr>
        <p:spPr>
          <a:xfrm>
            <a:off x="7737658" y="471028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/90</a:t>
            </a: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D13A3A25-2BDB-B9D0-E890-100516A8B341}"/>
              </a:ext>
            </a:extLst>
          </p:cNvPr>
          <p:cNvSpPr/>
          <p:nvPr/>
        </p:nvSpPr>
        <p:spPr>
          <a:xfrm rot="10800000">
            <a:off x="8943178" y="3898007"/>
            <a:ext cx="131996" cy="782518"/>
          </a:xfrm>
          <a:prstGeom prst="downArrow">
            <a:avLst>
              <a:gd name="adj1" fmla="val 50000"/>
              <a:gd name="adj2" fmla="val 1062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89C2273-7231-9FD9-F891-4E156A1416B7}"/>
              </a:ext>
            </a:extLst>
          </p:cNvPr>
          <p:cNvSpPr txBox="1"/>
          <p:nvPr/>
        </p:nvSpPr>
        <p:spPr>
          <a:xfrm>
            <a:off x="3479594" y="341439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/Player1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CC64CEF-6B51-9EC2-D8B2-45DB71A0EE11}"/>
              </a:ext>
            </a:extLst>
          </p:cNvPr>
          <p:cNvSpPr txBox="1"/>
          <p:nvPr/>
        </p:nvSpPr>
        <p:spPr>
          <a:xfrm>
            <a:off x="3418337" y="3696264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Coachx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684BE26E-90E9-6BB7-584D-97895234F74D}"/>
              </a:ext>
            </a:extLst>
          </p:cNvPr>
          <p:cNvSpPr txBox="1"/>
          <p:nvPr/>
        </p:nvSpPr>
        <p:spPr>
          <a:xfrm>
            <a:off x="3372979" y="3995646"/>
            <a:ext cx="365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Teamz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1" name="Freccia in giù 30">
            <a:extLst>
              <a:ext uri="{FF2B5EF4-FFF2-40B4-BE49-F238E27FC236}">
                <a16:creationId xmlns:a16="http://schemas.microsoft.com/office/drawing/2014/main" id="{257C62AB-3CA2-7638-0376-254754EB6D8B}"/>
              </a:ext>
            </a:extLst>
          </p:cNvPr>
          <p:cNvSpPr/>
          <p:nvPr/>
        </p:nvSpPr>
        <p:spPr>
          <a:xfrm rot="5400000">
            <a:off x="3371254" y="3466807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Freccia in giù 32">
            <a:extLst>
              <a:ext uri="{FF2B5EF4-FFF2-40B4-BE49-F238E27FC236}">
                <a16:creationId xmlns:a16="http://schemas.microsoft.com/office/drawing/2014/main" id="{22AEB425-739A-6042-0174-BE211552EDE9}"/>
              </a:ext>
            </a:extLst>
          </p:cNvPr>
          <p:cNvSpPr/>
          <p:nvPr/>
        </p:nvSpPr>
        <p:spPr>
          <a:xfrm rot="5400000">
            <a:off x="3325667" y="3782953"/>
            <a:ext cx="135243" cy="172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Freccia in giù 33">
            <a:extLst>
              <a:ext uri="{FF2B5EF4-FFF2-40B4-BE49-F238E27FC236}">
                <a16:creationId xmlns:a16="http://schemas.microsoft.com/office/drawing/2014/main" id="{E0425CC7-C07C-1F17-4B6C-79AF8D48FCFA}"/>
              </a:ext>
            </a:extLst>
          </p:cNvPr>
          <p:cNvSpPr/>
          <p:nvPr/>
        </p:nvSpPr>
        <p:spPr>
          <a:xfrm rot="5400000">
            <a:off x="3281738" y="4029069"/>
            <a:ext cx="94165" cy="22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Titolo 1">
            <a:extLst>
              <a:ext uri="{FF2B5EF4-FFF2-40B4-BE49-F238E27FC236}">
                <a16:creationId xmlns:a16="http://schemas.microsoft.com/office/drawing/2014/main" id="{616342E1-D13C-C209-D528-C19251979935}"/>
              </a:ext>
            </a:extLst>
          </p:cNvPr>
          <p:cNvSpPr txBox="1">
            <a:spLocks/>
          </p:cNvSpPr>
          <p:nvPr/>
        </p:nvSpPr>
        <p:spPr>
          <a:xfrm>
            <a:off x="497921" y="369903"/>
            <a:ext cx="9757124" cy="6578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User logged   </a:t>
            </a:r>
            <a:r>
              <a:rPr lang="en-US" sz="2000"/>
              <a:t>search / view user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73819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83E2F-ABEF-E505-79E0-8F628D705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45D3334-1915-FA94-79BA-7A3F61BD3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977356-B170-37A0-3550-FB2DA2C41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B8A7144-00FC-A9A3-BC30-051C0E861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B05306-FB12-E527-4B20-3F66F22AD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dirty="0"/>
              <a:t>User logged modified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D59D66-3700-7FD6-1275-A02ACC8F1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E6D190-9033-3758-C658-BCF4C545C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CBD4CE4-80E0-2B4C-0826-906C05EF025D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9435799-9715-661B-DF7E-D05C3D0526F6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3AF421D-A5DD-15C6-E478-2D19C9089FEF}"/>
              </a:ext>
            </a:extLst>
          </p:cNvPr>
          <p:cNvSpPr txBox="1"/>
          <p:nvPr/>
        </p:nvSpPr>
        <p:spPr>
          <a:xfrm>
            <a:off x="6861467" y="1597723"/>
            <a:ext cx="2457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 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843C0D2C-E577-ABA4-2AA5-FCB70AC8FBE9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51AF869-15FA-E5AD-A5F3-30AB67C536CE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0EC524-6C2C-2F2E-B98C-B72E72352E98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B4E8E35-7970-6F4F-91C9-0F91D468BF3B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4608CA4-7BDE-3E9F-3163-E24834DB273B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B9EB403-AD54-C239-45BB-5C61C3FD6A1A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3ECF405-94B3-C8EA-4BB4-8F14137E6ABB}"/>
              </a:ext>
            </a:extLst>
          </p:cNvPr>
          <p:cNvSpPr txBox="1"/>
          <p:nvPr/>
        </p:nvSpPr>
        <p:spPr>
          <a:xfrm>
            <a:off x="3930492" y="85910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api/follow/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2FC2275-0DA0-A969-7B3D-274652F4F765}"/>
              </a:ext>
            </a:extLst>
          </p:cNvPr>
          <p:cNvSpPr txBox="1"/>
          <p:nvPr/>
        </p:nvSpPr>
        <p:spPr>
          <a:xfrm>
            <a:off x="7737658" y="471028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/90</a:t>
            </a: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A0D0FF0C-E9B4-30AE-EC00-B8B0945414C5}"/>
              </a:ext>
            </a:extLst>
          </p:cNvPr>
          <p:cNvSpPr/>
          <p:nvPr/>
        </p:nvSpPr>
        <p:spPr>
          <a:xfrm rot="10800000">
            <a:off x="8943178" y="3898007"/>
            <a:ext cx="131996" cy="782518"/>
          </a:xfrm>
          <a:prstGeom prst="downArrow">
            <a:avLst>
              <a:gd name="adj1" fmla="val 50000"/>
              <a:gd name="adj2" fmla="val 1062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90D5EA2F-18B2-828F-0704-096558F41EE2}"/>
              </a:ext>
            </a:extLst>
          </p:cNvPr>
          <p:cNvSpPr/>
          <p:nvPr/>
        </p:nvSpPr>
        <p:spPr>
          <a:xfrm>
            <a:off x="1640344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7B346E7-9DCB-D5AE-2393-2810D2FA3D2C}"/>
              </a:ext>
            </a:extLst>
          </p:cNvPr>
          <p:cNvSpPr txBox="1"/>
          <p:nvPr/>
        </p:nvSpPr>
        <p:spPr>
          <a:xfrm>
            <a:off x="1410248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AD569294-EABD-6750-1B8E-C9D498B47598}"/>
              </a:ext>
            </a:extLst>
          </p:cNvPr>
          <p:cNvCxnSpPr/>
          <p:nvPr/>
        </p:nvCxnSpPr>
        <p:spPr>
          <a:xfrm>
            <a:off x="1837715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88E43548-9B62-89EC-A1F3-8BD4EF4F27AC}"/>
              </a:ext>
            </a:extLst>
          </p:cNvPr>
          <p:cNvSpPr txBox="1"/>
          <p:nvPr/>
        </p:nvSpPr>
        <p:spPr>
          <a:xfrm>
            <a:off x="1640344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FE5207C-EBE7-651C-7109-469A0406F7B8}"/>
              </a:ext>
            </a:extLst>
          </p:cNvPr>
          <p:cNvSpPr txBox="1"/>
          <p:nvPr/>
        </p:nvSpPr>
        <p:spPr>
          <a:xfrm>
            <a:off x="3311313" y="1581225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0B609E88-3875-D677-4A11-D627A6FB225D}"/>
              </a:ext>
            </a:extLst>
          </p:cNvPr>
          <p:cNvSpPr txBox="1"/>
          <p:nvPr/>
        </p:nvSpPr>
        <p:spPr>
          <a:xfrm>
            <a:off x="1921635" y="2356799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Followers: 192</a:t>
            </a:r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C6F981FC-CA52-9291-355F-99DD65B784BF}"/>
              </a:ext>
            </a:extLst>
          </p:cNvPr>
          <p:cNvSpPr txBox="1"/>
          <p:nvPr/>
        </p:nvSpPr>
        <p:spPr>
          <a:xfrm>
            <a:off x="1918251" y="3480915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: 20</a:t>
            </a:r>
          </a:p>
        </p:txBody>
      </p:sp>
      <p:sp>
        <p:nvSpPr>
          <p:cNvPr id="23" name="Freccia in giù 22">
            <a:extLst>
              <a:ext uri="{FF2B5EF4-FFF2-40B4-BE49-F238E27FC236}">
                <a16:creationId xmlns:a16="http://schemas.microsoft.com/office/drawing/2014/main" id="{C1D9F603-68F2-B4E9-F890-B82876CFA7B6}"/>
              </a:ext>
            </a:extLst>
          </p:cNvPr>
          <p:cNvSpPr/>
          <p:nvPr/>
        </p:nvSpPr>
        <p:spPr>
          <a:xfrm>
            <a:off x="4669081" y="1182152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44E80FA6-E12E-A905-94C8-A87A86B37044}"/>
              </a:ext>
            </a:extLst>
          </p:cNvPr>
          <p:cNvSpPr txBox="1"/>
          <p:nvPr/>
        </p:nvSpPr>
        <p:spPr>
          <a:xfrm>
            <a:off x="1918251" y="4703135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Articles</a:t>
            </a:r>
            <a:endParaRPr lang="it-IT" dirty="0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FB798700-8AB8-BAC9-925D-FBEBD1861FCE}"/>
              </a:ext>
            </a:extLst>
          </p:cNvPr>
          <p:cNvSpPr txBox="1"/>
          <p:nvPr/>
        </p:nvSpPr>
        <p:spPr>
          <a:xfrm>
            <a:off x="2177762" y="2999001"/>
            <a:ext cx="278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/followers</a:t>
            </a:r>
          </a:p>
        </p:txBody>
      </p:sp>
      <p:sp>
        <p:nvSpPr>
          <p:cNvPr id="54" name="Freccia in giù 53">
            <a:extLst>
              <a:ext uri="{FF2B5EF4-FFF2-40B4-BE49-F238E27FC236}">
                <a16:creationId xmlns:a16="http://schemas.microsoft.com/office/drawing/2014/main" id="{905EB7B2-2668-9B85-0F85-0809DCEB3A67}"/>
              </a:ext>
            </a:extLst>
          </p:cNvPr>
          <p:cNvSpPr/>
          <p:nvPr/>
        </p:nvSpPr>
        <p:spPr>
          <a:xfrm rot="10800000">
            <a:off x="3332218" y="2771933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7FDCEA80-97C0-C161-E87E-0EA27607606D}"/>
              </a:ext>
            </a:extLst>
          </p:cNvPr>
          <p:cNvSpPr txBox="1"/>
          <p:nvPr/>
        </p:nvSpPr>
        <p:spPr>
          <a:xfrm>
            <a:off x="2251589" y="4162928"/>
            <a:ext cx="2511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followings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6" name="Freccia in giù 55">
            <a:extLst>
              <a:ext uri="{FF2B5EF4-FFF2-40B4-BE49-F238E27FC236}">
                <a16:creationId xmlns:a16="http://schemas.microsoft.com/office/drawing/2014/main" id="{CBB1C92E-A5DA-123A-F43E-998A31929BF1}"/>
              </a:ext>
            </a:extLst>
          </p:cNvPr>
          <p:cNvSpPr/>
          <p:nvPr/>
        </p:nvSpPr>
        <p:spPr>
          <a:xfrm rot="10800000">
            <a:off x="3311313" y="3936879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C6A95B0B-F4E8-1CB7-B5F0-1E4BB887CB0D}"/>
              </a:ext>
            </a:extLst>
          </p:cNvPr>
          <p:cNvSpPr txBox="1"/>
          <p:nvPr/>
        </p:nvSpPr>
        <p:spPr>
          <a:xfrm>
            <a:off x="2473147" y="5388847"/>
            <a:ext cx="2195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articles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8" name="Freccia in giù 57">
            <a:extLst>
              <a:ext uri="{FF2B5EF4-FFF2-40B4-BE49-F238E27FC236}">
                <a16:creationId xmlns:a16="http://schemas.microsoft.com/office/drawing/2014/main" id="{82B41FDF-C096-620D-4635-7EAFA21E0E14}"/>
              </a:ext>
            </a:extLst>
          </p:cNvPr>
          <p:cNvSpPr/>
          <p:nvPr/>
        </p:nvSpPr>
        <p:spPr>
          <a:xfrm rot="10800000">
            <a:off x="3332218" y="5161779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A81E1EBF-746F-AA7C-AF0C-1C8794196B18}"/>
              </a:ext>
            </a:extLst>
          </p:cNvPr>
          <p:cNvSpPr txBox="1"/>
          <p:nvPr/>
        </p:nvSpPr>
        <p:spPr>
          <a:xfrm>
            <a:off x="7091563" y="285135"/>
            <a:ext cx="4303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Aggiungere funzionalità show team</a:t>
            </a:r>
          </a:p>
          <a:p>
            <a:r>
              <a:rPr lang="it-IT" dirty="0"/>
              <a:t>Dell’utente?</a:t>
            </a:r>
          </a:p>
        </p:txBody>
      </p:sp>
    </p:spTree>
    <p:extLst>
      <p:ext uri="{BB962C8B-B14F-4D97-AF65-F5344CB8AC3E}">
        <p14:creationId xmlns:p14="http://schemas.microsoft.com/office/powerpoint/2010/main" val="25458458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0B2A2-CCE1-A2DC-9DCF-CD0933B0B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EF9279-6467-333E-75AB-165CB9836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0933EA-1A9E-57F2-9948-E21F51301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0E729A-CC1E-13A1-8106-1152FA924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BED85B3-D526-F294-8306-96977DF9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dirty="0"/>
              <a:t>User logged modified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BF510C-4316-1221-2D82-86EAAB212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7AD9CC-2A7B-1EA1-2E83-245B9F7D6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8FB7206-8B12-373A-5D0F-46E9ACFB477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3EFAB56-5572-854D-9832-A3C0CAB6A015}"/>
              </a:ext>
            </a:extLst>
          </p:cNvPr>
          <p:cNvSpPr/>
          <p:nvPr/>
        </p:nvSpPr>
        <p:spPr>
          <a:xfrm>
            <a:off x="7091563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6FC9A8E-E1BD-074C-BCB5-062236BF802D}"/>
              </a:ext>
            </a:extLst>
          </p:cNvPr>
          <p:cNvSpPr txBox="1"/>
          <p:nvPr/>
        </p:nvSpPr>
        <p:spPr>
          <a:xfrm>
            <a:off x="6861467" y="1597723"/>
            <a:ext cx="2457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  </a:t>
            </a:r>
            <a:r>
              <a:rPr lang="it-IT" dirty="0" err="1"/>
              <a:t>Articles</a:t>
            </a:r>
            <a:endParaRPr lang="it-IT" dirty="0"/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6B3736C-04EC-D9F1-7CC9-82EB10B88922}"/>
              </a:ext>
            </a:extLst>
          </p:cNvPr>
          <p:cNvCxnSpPr/>
          <p:nvPr/>
        </p:nvCxnSpPr>
        <p:spPr>
          <a:xfrm>
            <a:off x="7288934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90084C-0571-3DE2-1478-0A532937A8FE}"/>
              </a:ext>
            </a:extLst>
          </p:cNvPr>
          <p:cNvSpPr txBox="1"/>
          <p:nvPr/>
        </p:nvSpPr>
        <p:spPr>
          <a:xfrm>
            <a:off x="7430849" y="2360266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0C0A07-6146-496A-1226-186518C68389}"/>
              </a:ext>
            </a:extLst>
          </p:cNvPr>
          <p:cNvSpPr txBox="1"/>
          <p:nvPr/>
        </p:nvSpPr>
        <p:spPr>
          <a:xfrm>
            <a:off x="7430850" y="2884619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9F0A9F3-6244-09FC-1520-C4D4C25E5143}"/>
              </a:ext>
            </a:extLst>
          </p:cNvPr>
          <p:cNvSpPr txBox="1"/>
          <p:nvPr/>
        </p:nvSpPr>
        <p:spPr>
          <a:xfrm>
            <a:off x="7430849" y="3430352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A64144E-28E9-169A-8ED2-2495AA2C95EA}"/>
              </a:ext>
            </a:extLst>
          </p:cNvPr>
          <p:cNvSpPr txBox="1"/>
          <p:nvPr/>
        </p:nvSpPr>
        <p:spPr>
          <a:xfrm>
            <a:off x="7430850" y="3936879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F3129FF-A295-91C9-ED52-163BB749645A}"/>
              </a:ext>
            </a:extLst>
          </p:cNvPr>
          <p:cNvSpPr txBox="1"/>
          <p:nvPr/>
        </p:nvSpPr>
        <p:spPr>
          <a:xfrm>
            <a:off x="7091563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60005FFA-D756-59F0-E4FE-5CF981686B66}"/>
              </a:ext>
            </a:extLst>
          </p:cNvPr>
          <p:cNvSpPr txBox="1"/>
          <p:nvPr/>
        </p:nvSpPr>
        <p:spPr>
          <a:xfrm>
            <a:off x="3930492" y="859108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api/follow/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F5C98C67-E05B-AE05-0628-6FD65C89D261}"/>
              </a:ext>
            </a:extLst>
          </p:cNvPr>
          <p:cNvSpPr txBox="1"/>
          <p:nvPr/>
        </p:nvSpPr>
        <p:spPr>
          <a:xfrm>
            <a:off x="7737658" y="471028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showArticle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/90</a:t>
            </a:r>
          </a:p>
        </p:txBody>
      </p:sp>
      <p:sp>
        <p:nvSpPr>
          <p:cNvPr id="25" name="Freccia in giù 24">
            <a:extLst>
              <a:ext uri="{FF2B5EF4-FFF2-40B4-BE49-F238E27FC236}">
                <a16:creationId xmlns:a16="http://schemas.microsoft.com/office/drawing/2014/main" id="{B14BBBD2-3F05-BBFC-4C25-4495D24AC592}"/>
              </a:ext>
            </a:extLst>
          </p:cNvPr>
          <p:cNvSpPr/>
          <p:nvPr/>
        </p:nvSpPr>
        <p:spPr>
          <a:xfrm rot="10800000">
            <a:off x="8943178" y="3898007"/>
            <a:ext cx="131996" cy="782518"/>
          </a:xfrm>
          <a:prstGeom prst="downArrow">
            <a:avLst>
              <a:gd name="adj1" fmla="val 50000"/>
              <a:gd name="adj2" fmla="val 1062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E90B5ED4-CA16-0AC4-13E6-FA050A012D07}"/>
              </a:ext>
            </a:extLst>
          </p:cNvPr>
          <p:cNvSpPr/>
          <p:nvPr/>
        </p:nvSpPr>
        <p:spPr>
          <a:xfrm>
            <a:off x="1640344" y="1444858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27566DC1-9CA3-F350-8BB3-005059E72B8D}"/>
              </a:ext>
            </a:extLst>
          </p:cNvPr>
          <p:cNvSpPr txBox="1"/>
          <p:nvPr/>
        </p:nvSpPr>
        <p:spPr>
          <a:xfrm>
            <a:off x="1410248" y="1597723"/>
            <a:ext cx="164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User H</a:t>
            </a: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1D0D91EA-B56E-BCB3-4CD5-CAE95B6C4073}"/>
              </a:ext>
            </a:extLst>
          </p:cNvPr>
          <p:cNvCxnSpPr/>
          <p:nvPr/>
        </p:nvCxnSpPr>
        <p:spPr>
          <a:xfrm>
            <a:off x="1837715" y="2048052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DE6868AC-1435-B2C5-0EE6-312745E9563A}"/>
              </a:ext>
            </a:extLst>
          </p:cNvPr>
          <p:cNvSpPr txBox="1"/>
          <p:nvPr/>
        </p:nvSpPr>
        <p:spPr>
          <a:xfrm>
            <a:off x="1640344" y="626709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showUser</a:t>
            </a:r>
            <a:endParaRPr lang="it-IT" dirty="0"/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4220FEA5-A99D-EABF-52EF-F0D2D54E67C5}"/>
              </a:ext>
            </a:extLst>
          </p:cNvPr>
          <p:cNvSpPr txBox="1"/>
          <p:nvPr/>
        </p:nvSpPr>
        <p:spPr>
          <a:xfrm>
            <a:off x="3311313" y="1581225"/>
            <a:ext cx="1810376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732426DD-F1D5-F64C-1FA6-8F3D6CB23B07}"/>
              </a:ext>
            </a:extLst>
          </p:cNvPr>
          <p:cNvSpPr txBox="1"/>
          <p:nvPr/>
        </p:nvSpPr>
        <p:spPr>
          <a:xfrm>
            <a:off x="1921635" y="2356799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Followers: 192</a:t>
            </a:r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FA0CDA0D-0AE5-FBFE-9381-C0E1D1F259FB}"/>
              </a:ext>
            </a:extLst>
          </p:cNvPr>
          <p:cNvSpPr txBox="1"/>
          <p:nvPr/>
        </p:nvSpPr>
        <p:spPr>
          <a:xfrm>
            <a:off x="1918251" y="3480915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Followings</a:t>
            </a:r>
            <a:r>
              <a:rPr lang="it-IT" dirty="0"/>
              <a:t>: 20</a:t>
            </a:r>
          </a:p>
        </p:txBody>
      </p:sp>
      <p:sp>
        <p:nvSpPr>
          <p:cNvPr id="23" name="Freccia in giù 22">
            <a:extLst>
              <a:ext uri="{FF2B5EF4-FFF2-40B4-BE49-F238E27FC236}">
                <a16:creationId xmlns:a16="http://schemas.microsoft.com/office/drawing/2014/main" id="{B1BBB61E-F5B2-162D-0957-4795B3366712}"/>
              </a:ext>
            </a:extLst>
          </p:cNvPr>
          <p:cNvSpPr/>
          <p:nvPr/>
        </p:nvSpPr>
        <p:spPr>
          <a:xfrm>
            <a:off x="4669081" y="1182152"/>
            <a:ext cx="147484" cy="34123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6B815496-C4FD-3840-825A-0FC8810829EB}"/>
              </a:ext>
            </a:extLst>
          </p:cNvPr>
          <p:cNvSpPr txBox="1"/>
          <p:nvPr/>
        </p:nvSpPr>
        <p:spPr>
          <a:xfrm>
            <a:off x="1918251" y="4703135"/>
            <a:ext cx="306332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Articles</a:t>
            </a:r>
            <a:endParaRPr lang="it-IT" dirty="0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83CC3B37-EBF2-C72D-2CCB-03B90D4A5178}"/>
              </a:ext>
            </a:extLst>
          </p:cNvPr>
          <p:cNvSpPr txBox="1"/>
          <p:nvPr/>
        </p:nvSpPr>
        <p:spPr>
          <a:xfrm>
            <a:off x="2177762" y="2999001"/>
            <a:ext cx="278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/followers</a:t>
            </a:r>
          </a:p>
        </p:txBody>
      </p:sp>
      <p:sp>
        <p:nvSpPr>
          <p:cNvPr id="54" name="Freccia in giù 53">
            <a:extLst>
              <a:ext uri="{FF2B5EF4-FFF2-40B4-BE49-F238E27FC236}">
                <a16:creationId xmlns:a16="http://schemas.microsoft.com/office/drawing/2014/main" id="{2BE06997-67E8-5D0D-423E-AA4D035DC8F4}"/>
              </a:ext>
            </a:extLst>
          </p:cNvPr>
          <p:cNvSpPr/>
          <p:nvPr/>
        </p:nvSpPr>
        <p:spPr>
          <a:xfrm rot="10800000">
            <a:off x="3332218" y="2771933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3BD6D689-8496-CAE7-231C-F1A629AEE1C1}"/>
              </a:ext>
            </a:extLst>
          </p:cNvPr>
          <p:cNvSpPr txBox="1"/>
          <p:nvPr/>
        </p:nvSpPr>
        <p:spPr>
          <a:xfrm>
            <a:off x="2251589" y="4162928"/>
            <a:ext cx="2511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followings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6" name="Freccia in giù 55">
            <a:extLst>
              <a:ext uri="{FF2B5EF4-FFF2-40B4-BE49-F238E27FC236}">
                <a16:creationId xmlns:a16="http://schemas.microsoft.com/office/drawing/2014/main" id="{59C98D68-F53C-C890-9400-C4C69CF690E6}"/>
              </a:ext>
            </a:extLst>
          </p:cNvPr>
          <p:cNvSpPr/>
          <p:nvPr/>
        </p:nvSpPr>
        <p:spPr>
          <a:xfrm rot="10800000">
            <a:off x="3311313" y="3936879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FD58C9B8-AF7F-CC89-017F-3CE5DDB41C24}"/>
              </a:ext>
            </a:extLst>
          </p:cNvPr>
          <p:cNvSpPr txBox="1"/>
          <p:nvPr/>
        </p:nvSpPr>
        <p:spPr>
          <a:xfrm>
            <a:off x="2473147" y="5388847"/>
            <a:ext cx="2195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userH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articles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8" name="Freccia in giù 57">
            <a:extLst>
              <a:ext uri="{FF2B5EF4-FFF2-40B4-BE49-F238E27FC236}">
                <a16:creationId xmlns:a16="http://schemas.microsoft.com/office/drawing/2014/main" id="{0C563773-83A4-C97C-24C5-E3FA9A72825C}"/>
              </a:ext>
            </a:extLst>
          </p:cNvPr>
          <p:cNvSpPr/>
          <p:nvPr/>
        </p:nvSpPr>
        <p:spPr>
          <a:xfrm rot="10800000">
            <a:off x="3332218" y="5161779"/>
            <a:ext cx="128737" cy="22706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6815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D2BF71-D372-8FED-7EE3-4A7F94AFC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D7BC195-4D37-A83A-BBE1-C7D9A19BC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EDFB9C-80A3-D437-DF84-68D082E3E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8DF78C3-7AAB-E70D-A88C-AEB5745F4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2534A9-866C-B313-77BF-2ADBC1F88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D7CDC0-7EB6-F934-AFE8-9ED388159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928071-1352-031B-C320-805A267BD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54100DF-2C09-2CF4-43DD-9D89CA599204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D968E2CE-D17A-ACBC-B4D3-CB07DCD8910A}"/>
              </a:ext>
            </a:extLst>
          </p:cNvPr>
          <p:cNvSpPr/>
          <p:nvPr/>
        </p:nvSpPr>
        <p:spPr>
          <a:xfrm>
            <a:off x="1405573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B0A729F-A1BB-2E52-B7CE-6E1038DEC034}"/>
              </a:ext>
            </a:extLst>
          </p:cNvPr>
          <p:cNvSpPr txBox="1"/>
          <p:nvPr/>
        </p:nvSpPr>
        <p:spPr>
          <a:xfrm>
            <a:off x="1533589" y="1484912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Josè Mourinho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07555AC-4BD5-76D3-7D46-6AAC2235FF1A}"/>
              </a:ext>
            </a:extLst>
          </p:cNvPr>
          <p:cNvCxnSpPr/>
          <p:nvPr/>
        </p:nvCxnSpPr>
        <p:spPr>
          <a:xfrm>
            <a:off x="1602944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05829E69-ECB2-B742-844F-F6405A4996D5}"/>
              </a:ext>
            </a:extLst>
          </p:cNvPr>
          <p:cNvSpPr txBox="1"/>
          <p:nvPr/>
        </p:nvSpPr>
        <p:spPr>
          <a:xfrm>
            <a:off x="3804447" y="1468414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474EE54-4981-6F98-0018-FAA1D26D7635}"/>
              </a:ext>
            </a:extLst>
          </p:cNvPr>
          <p:cNvSpPr txBox="1"/>
          <p:nvPr/>
        </p:nvSpPr>
        <p:spPr>
          <a:xfrm>
            <a:off x="1766322" y="5424952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Trained</a:t>
            </a:r>
            <a:r>
              <a:rPr lang="it-IT" dirty="0"/>
              <a:t> teams history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6912C43-EA5A-D690-0833-62B652EFDE64}"/>
              </a:ext>
            </a:extLst>
          </p:cNvPr>
          <p:cNvSpPr txBox="1"/>
          <p:nvPr/>
        </p:nvSpPr>
        <p:spPr>
          <a:xfrm>
            <a:off x="1602944" y="2050173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 of:       </a:t>
            </a:r>
            <a:r>
              <a:rPr lang="it-IT" u="sng" dirty="0"/>
              <a:t>Roma F.C.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82722413-2908-A119-3B72-304F89B099FB}"/>
              </a:ext>
            </a:extLst>
          </p:cNvPr>
          <p:cNvSpPr txBox="1"/>
          <p:nvPr/>
        </p:nvSpPr>
        <p:spPr>
          <a:xfrm>
            <a:off x="1722044" y="2551618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A183A60C-47C7-14B9-0B5D-B5F88745D0D4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9CC8A78-3AB0-CAE2-33C2-1CE41169A55C}"/>
              </a:ext>
            </a:extLst>
          </p:cNvPr>
          <p:cNvSpPr txBox="1"/>
          <p:nvPr/>
        </p:nvSpPr>
        <p:spPr>
          <a:xfrm>
            <a:off x="6921744" y="1484912"/>
            <a:ext cx="1217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Mourinho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714D7C18-AEEF-9D1C-F814-E18A24CCCC4C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6A85BCA-BA7F-1347-17F4-9B18802F708F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Roma F.C.</a:t>
            </a:r>
            <a:r>
              <a:rPr lang="it-IT" dirty="0"/>
              <a:t> 2021-2024</a:t>
            </a:r>
          </a:p>
          <a:p>
            <a:r>
              <a:rPr lang="it-IT" u="sng" dirty="0"/>
              <a:t>Tottenham</a:t>
            </a:r>
            <a:r>
              <a:rPr lang="it-IT" dirty="0"/>
              <a:t> 2019-2021</a:t>
            </a:r>
          </a:p>
          <a:p>
            <a:r>
              <a:rPr lang="it-IT" u="sng" dirty="0"/>
              <a:t>Manchester Utd </a:t>
            </a:r>
            <a:r>
              <a:rPr lang="it-IT" dirty="0"/>
              <a:t>2016-2018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C617CAE1-DA31-86ED-73C6-6238A055C315}"/>
              </a:ext>
            </a:extLst>
          </p:cNvPr>
          <p:cNvSpPr txBox="1"/>
          <p:nvPr/>
        </p:nvSpPr>
        <p:spPr>
          <a:xfrm>
            <a:off x="8337090" y="1479849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Training history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56CE5DD-91EB-6DE8-5BBB-FCCE087639A8}"/>
              </a:ext>
            </a:extLst>
          </p:cNvPr>
          <p:cNvSpPr txBox="1"/>
          <p:nvPr/>
        </p:nvSpPr>
        <p:spPr>
          <a:xfrm>
            <a:off x="1282740" y="616522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showCoach</a:t>
            </a:r>
            <a:r>
              <a:rPr lang="it-IT" dirty="0"/>
              <a:t>/</a:t>
            </a:r>
            <a:r>
              <a:rPr lang="it-IT" dirty="0" err="1"/>
              <a:t>Jose_Mourinho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0B637D1-1211-7E54-C879-AEB4BB58F85E}"/>
              </a:ext>
            </a:extLst>
          </p:cNvPr>
          <p:cNvSpPr txBox="1"/>
          <p:nvPr/>
        </p:nvSpPr>
        <p:spPr>
          <a:xfrm>
            <a:off x="6718906" y="615197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api/Coach/</a:t>
            </a:r>
            <a:r>
              <a:rPr lang="it-IT" dirty="0" err="1"/>
              <a:t>Jose_mourinho</a:t>
            </a:r>
            <a:r>
              <a:rPr lang="it-IT" dirty="0"/>
              <a:t>/</a:t>
            </a:r>
            <a:r>
              <a:rPr lang="it-IT" dirty="0" err="1"/>
              <a:t>tth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117118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6C35F2-7DA7-5893-2574-2036F191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3003405-C830-E37D-792A-141C9AB7E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6E423-3EF6-5459-1423-44B1B019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106D9A-212C-5873-A5C4-E1CFF3F3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7600143-5FB5-A4EE-DF4E-8CD0F8CD4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FBF6E8-23DB-E972-35CD-85DFF4BCA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1AD58E-BBF1-AC69-F335-179CF4A89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E3746D8-725D-9FF1-F74F-61907359165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E16B797A-BD58-6E99-3848-813D17551626}"/>
              </a:ext>
            </a:extLst>
          </p:cNvPr>
          <p:cNvSpPr/>
          <p:nvPr/>
        </p:nvSpPr>
        <p:spPr>
          <a:xfrm>
            <a:off x="1405573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E567494-E007-6B95-2835-F0A498860C4F}"/>
              </a:ext>
            </a:extLst>
          </p:cNvPr>
          <p:cNvSpPr txBox="1"/>
          <p:nvPr/>
        </p:nvSpPr>
        <p:spPr>
          <a:xfrm>
            <a:off x="1533589" y="1484912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Josè Mourinho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6A8A170-9E6A-B1D4-844B-076C8DC85875}"/>
              </a:ext>
            </a:extLst>
          </p:cNvPr>
          <p:cNvCxnSpPr/>
          <p:nvPr/>
        </p:nvCxnSpPr>
        <p:spPr>
          <a:xfrm>
            <a:off x="1602944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783F39D8-BDC3-9026-7079-ACA658B9911E}"/>
              </a:ext>
            </a:extLst>
          </p:cNvPr>
          <p:cNvSpPr txBox="1"/>
          <p:nvPr/>
        </p:nvSpPr>
        <p:spPr>
          <a:xfrm>
            <a:off x="3804447" y="1468414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5D24081-A32A-93BA-BB3D-9E23A3F7BA38}"/>
              </a:ext>
            </a:extLst>
          </p:cNvPr>
          <p:cNvSpPr txBox="1"/>
          <p:nvPr/>
        </p:nvSpPr>
        <p:spPr>
          <a:xfrm>
            <a:off x="1766322" y="5424952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Trained</a:t>
            </a:r>
            <a:r>
              <a:rPr lang="it-IT" dirty="0"/>
              <a:t> teams history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A1DEE-6CF2-B5CD-11BB-0356E24B6EEB}"/>
              </a:ext>
            </a:extLst>
          </p:cNvPr>
          <p:cNvSpPr txBox="1"/>
          <p:nvPr/>
        </p:nvSpPr>
        <p:spPr>
          <a:xfrm>
            <a:off x="1602944" y="2050173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 of:       </a:t>
            </a:r>
            <a:r>
              <a:rPr lang="it-IT" u="sng" dirty="0"/>
              <a:t>Roma F.C.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FEEBE97C-1A8B-A605-4ABE-92ABB855D029}"/>
              </a:ext>
            </a:extLst>
          </p:cNvPr>
          <p:cNvSpPr txBox="1"/>
          <p:nvPr/>
        </p:nvSpPr>
        <p:spPr>
          <a:xfrm>
            <a:off x="1722044" y="2551618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8972D1E8-1AD3-AA71-5C59-6130E857F842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93B5DB40-5D7F-F525-3360-6E5F22DB69F6}"/>
              </a:ext>
            </a:extLst>
          </p:cNvPr>
          <p:cNvSpPr txBox="1"/>
          <p:nvPr/>
        </p:nvSpPr>
        <p:spPr>
          <a:xfrm>
            <a:off x="6921744" y="1484912"/>
            <a:ext cx="1217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Mourinho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C57DCEAE-3BD8-8C0F-4A23-3B22F8B19D15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C012268B-64D6-C517-C04B-6C523D7930EF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Roma F.C.</a:t>
            </a:r>
            <a:r>
              <a:rPr lang="it-IT" dirty="0"/>
              <a:t> 2021-2024</a:t>
            </a:r>
          </a:p>
          <a:p>
            <a:r>
              <a:rPr lang="it-IT" u="sng" dirty="0"/>
              <a:t>Tottenham</a:t>
            </a:r>
            <a:r>
              <a:rPr lang="it-IT" dirty="0"/>
              <a:t> 2019-2021</a:t>
            </a:r>
          </a:p>
          <a:p>
            <a:r>
              <a:rPr lang="it-IT" u="sng" dirty="0"/>
              <a:t>Manchester Utd </a:t>
            </a:r>
            <a:r>
              <a:rPr lang="it-IT" dirty="0"/>
              <a:t>2016-2018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58E9F76-FB6F-298E-22D6-939EA97F54DF}"/>
              </a:ext>
            </a:extLst>
          </p:cNvPr>
          <p:cNvSpPr txBox="1"/>
          <p:nvPr/>
        </p:nvSpPr>
        <p:spPr>
          <a:xfrm>
            <a:off x="8337090" y="1479849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Training history</a:t>
            </a:r>
          </a:p>
        </p:txBody>
      </p:sp>
      <p:sp>
        <p:nvSpPr>
          <p:cNvPr id="3" name="Freccia in giù 2">
            <a:extLst>
              <a:ext uri="{FF2B5EF4-FFF2-40B4-BE49-F238E27FC236}">
                <a16:creationId xmlns:a16="http://schemas.microsoft.com/office/drawing/2014/main" id="{146F5CA6-D094-8120-F83D-CB0FF5B0B893}"/>
              </a:ext>
            </a:extLst>
          </p:cNvPr>
          <p:cNvSpPr/>
          <p:nvPr/>
        </p:nvSpPr>
        <p:spPr>
          <a:xfrm rot="2920232">
            <a:off x="4882822" y="1102946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85B2F0-93DE-0553-7027-509401085B42}"/>
              </a:ext>
            </a:extLst>
          </p:cNvPr>
          <p:cNvSpPr txBox="1"/>
          <p:nvPr/>
        </p:nvSpPr>
        <p:spPr>
          <a:xfrm>
            <a:off x="3872691" y="832841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api/User/like/Coach/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Jose_Mourinho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2C37BC-9134-BF62-2AF7-01F9122AC62C}"/>
              </a:ext>
            </a:extLst>
          </p:cNvPr>
          <p:cNvSpPr txBox="1"/>
          <p:nvPr/>
        </p:nvSpPr>
        <p:spPr>
          <a:xfrm>
            <a:off x="1282740" y="616522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showCoach</a:t>
            </a:r>
            <a:r>
              <a:rPr lang="it-IT" dirty="0"/>
              <a:t>/</a:t>
            </a:r>
            <a:r>
              <a:rPr lang="it-IT" dirty="0" err="1"/>
              <a:t>Jose_Mourinho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6B68FEC-EF0C-4F04-448E-D35A8B9FCC8A}"/>
              </a:ext>
            </a:extLst>
          </p:cNvPr>
          <p:cNvSpPr txBox="1"/>
          <p:nvPr/>
        </p:nvSpPr>
        <p:spPr>
          <a:xfrm>
            <a:off x="1437489" y="483802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api/Coach/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Jose_mourinho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tth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Freccia in giù 14">
            <a:extLst>
              <a:ext uri="{FF2B5EF4-FFF2-40B4-BE49-F238E27FC236}">
                <a16:creationId xmlns:a16="http://schemas.microsoft.com/office/drawing/2014/main" id="{423B9C07-9EC2-7017-A8DB-F06040E19539}"/>
              </a:ext>
            </a:extLst>
          </p:cNvPr>
          <p:cNvSpPr/>
          <p:nvPr/>
        </p:nvSpPr>
        <p:spPr>
          <a:xfrm>
            <a:off x="3224307" y="5157627"/>
            <a:ext cx="101087" cy="21837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DBF88C4-D53C-D5D0-A03D-11CB8E39B2A1}"/>
              </a:ext>
            </a:extLst>
          </p:cNvPr>
          <p:cNvSpPr txBox="1"/>
          <p:nvPr/>
        </p:nvSpPr>
        <p:spPr>
          <a:xfrm>
            <a:off x="2009431" y="3147790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endParaRPr lang="it-IT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6" name="Freccia in giù 25">
            <a:extLst>
              <a:ext uri="{FF2B5EF4-FFF2-40B4-BE49-F238E27FC236}">
                <a16:creationId xmlns:a16="http://schemas.microsoft.com/office/drawing/2014/main" id="{344EB339-3502-98E6-12AE-78EC3220E8EB}"/>
              </a:ext>
            </a:extLst>
          </p:cNvPr>
          <p:cNvSpPr/>
          <p:nvPr/>
        </p:nvSpPr>
        <p:spPr>
          <a:xfrm rot="10314492">
            <a:off x="3682467" y="2419549"/>
            <a:ext cx="113505" cy="6084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A28D8604-1882-EEEB-1CFE-2DC80DF46EA4}"/>
              </a:ext>
            </a:extLst>
          </p:cNvPr>
          <p:cNvSpPr txBox="1"/>
          <p:nvPr/>
        </p:nvSpPr>
        <p:spPr>
          <a:xfrm>
            <a:off x="6921744" y="374621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ManUtd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Freccia in giù 27">
            <a:extLst>
              <a:ext uri="{FF2B5EF4-FFF2-40B4-BE49-F238E27FC236}">
                <a16:creationId xmlns:a16="http://schemas.microsoft.com/office/drawing/2014/main" id="{0D6D9363-AFDB-95B4-9A4F-5C6A55CC6F50}"/>
              </a:ext>
            </a:extLst>
          </p:cNvPr>
          <p:cNvSpPr/>
          <p:nvPr/>
        </p:nvSpPr>
        <p:spPr>
          <a:xfrm rot="10314492">
            <a:off x="8185507" y="3071148"/>
            <a:ext cx="113505" cy="6084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CB4DB016-63C0-59C1-8582-185887C348CC}"/>
              </a:ext>
            </a:extLst>
          </p:cNvPr>
          <p:cNvSpPr txBox="1"/>
          <p:nvPr/>
        </p:nvSpPr>
        <p:spPr>
          <a:xfrm>
            <a:off x="6718906" y="6151977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api/Coach/</a:t>
            </a:r>
            <a:r>
              <a:rPr lang="it-IT" dirty="0" err="1"/>
              <a:t>Jose_mourinho</a:t>
            </a:r>
            <a:r>
              <a:rPr lang="it-IT" dirty="0"/>
              <a:t>/</a:t>
            </a:r>
            <a:r>
              <a:rPr lang="it-IT" dirty="0" err="1"/>
              <a:t>tth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8187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83D492-333C-E5AC-E847-1B3A1F99E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671BBA-7B74-51E3-0C11-2262D58309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C1DF35-BD0D-2CD0-FD88-284E318A4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36C8700-D782-513A-4837-25BC7A752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4F6F86C-3752-A82A-2D90-75FE7461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1CD641-DC21-C67E-36DD-A58847965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601D65-2034-3743-69C5-65EAADC60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A6F1DFF-9E97-845D-6621-6D9D8FCC9D50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F0D26676-DD01-C10F-066C-F50E7CF02CB5}"/>
              </a:ext>
            </a:extLst>
          </p:cNvPr>
          <p:cNvSpPr/>
          <p:nvPr/>
        </p:nvSpPr>
        <p:spPr>
          <a:xfrm>
            <a:off x="1405573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59F2C59-51D3-68C0-06F5-8834997ED241}"/>
              </a:ext>
            </a:extLst>
          </p:cNvPr>
          <p:cNvSpPr txBox="1"/>
          <p:nvPr/>
        </p:nvSpPr>
        <p:spPr>
          <a:xfrm>
            <a:off x="1533589" y="1484912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A5CD7D33-D1D6-D79D-8674-E82B91D0F30C}"/>
              </a:ext>
            </a:extLst>
          </p:cNvPr>
          <p:cNvCxnSpPr/>
          <p:nvPr/>
        </p:nvCxnSpPr>
        <p:spPr>
          <a:xfrm>
            <a:off x="1602944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ECC991AC-7A84-97D1-2979-02059C7FDBA6}"/>
              </a:ext>
            </a:extLst>
          </p:cNvPr>
          <p:cNvSpPr txBox="1"/>
          <p:nvPr/>
        </p:nvSpPr>
        <p:spPr>
          <a:xfrm>
            <a:off x="3804447" y="1468414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5708591-6E51-ACDE-835D-530EDEBD272E}"/>
              </a:ext>
            </a:extLst>
          </p:cNvPr>
          <p:cNvSpPr txBox="1"/>
          <p:nvPr/>
        </p:nvSpPr>
        <p:spPr>
          <a:xfrm>
            <a:off x="1744860" y="4566970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CD6DDA2-F69B-BFA3-A7EB-670E30B0D6F2}"/>
              </a:ext>
            </a:extLst>
          </p:cNvPr>
          <p:cNvSpPr txBox="1"/>
          <p:nvPr/>
        </p:nvSpPr>
        <p:spPr>
          <a:xfrm>
            <a:off x="1602944" y="2050173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Coach:     </a:t>
            </a:r>
            <a:r>
              <a:rPr lang="it-IT" u="sng" dirty="0"/>
              <a:t>Jose Mourinho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280CC65-C345-6F23-72AA-260E58E845F1}"/>
              </a:ext>
            </a:extLst>
          </p:cNvPr>
          <p:cNvSpPr txBox="1"/>
          <p:nvPr/>
        </p:nvSpPr>
        <p:spPr>
          <a:xfrm>
            <a:off x="1596488" y="2749641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8B4D0B39-C958-631F-F915-61EC9BDBB8D2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AE00545-6B6A-114B-1CB0-1074C0EF6DAE}"/>
              </a:ext>
            </a:extLst>
          </p:cNvPr>
          <p:cNvSpPr txBox="1"/>
          <p:nvPr/>
        </p:nvSpPr>
        <p:spPr>
          <a:xfrm>
            <a:off x="6921744" y="1484912"/>
            <a:ext cx="1379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5874817-83AF-A23D-4DDB-06A143D229E2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CE4D2E94-6F10-E797-F2F7-54578B557AC3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  <a:r>
              <a:rPr lang="it-IT" dirty="0"/>
              <a:t> ATT 90</a:t>
            </a:r>
          </a:p>
          <a:p>
            <a:r>
              <a:rPr lang="it-IT" u="sng" dirty="0"/>
              <a:t>Player 2</a:t>
            </a:r>
            <a:r>
              <a:rPr lang="it-IT" dirty="0"/>
              <a:t> CC 88</a:t>
            </a:r>
          </a:p>
          <a:p>
            <a:r>
              <a:rPr lang="it-IT" u="sng" dirty="0"/>
              <a:t>Player 3 DC 91</a:t>
            </a:r>
            <a:endParaRPr lang="it-IT" dirty="0"/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D61BF41-443F-1E20-AD98-F9C01FF86C86}"/>
              </a:ext>
            </a:extLst>
          </p:cNvPr>
          <p:cNvSpPr txBox="1"/>
          <p:nvPr/>
        </p:nvSpPr>
        <p:spPr>
          <a:xfrm>
            <a:off x="8255806" y="1484912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Formation</a:t>
            </a:r>
            <a:r>
              <a:rPr lang="it-IT" dirty="0"/>
              <a:t> </a:t>
            </a:r>
            <a:r>
              <a:rPr lang="it-IT" u="sng" dirty="0"/>
              <a:t>24/25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719E7B-45D9-C9C2-C9DC-DCC5232DE2FF}"/>
              </a:ext>
            </a:extLst>
          </p:cNvPr>
          <p:cNvSpPr txBox="1"/>
          <p:nvPr/>
        </p:nvSpPr>
        <p:spPr>
          <a:xfrm>
            <a:off x="1286690" y="6161313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showTeam</a:t>
            </a:r>
            <a:r>
              <a:rPr lang="it-IT" dirty="0"/>
              <a:t>/</a:t>
            </a:r>
            <a:r>
              <a:rPr lang="it-IT" dirty="0" err="1"/>
              <a:t>Roma_FC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9250A1-0182-D0D4-3A8E-61975637E521}"/>
              </a:ext>
            </a:extLst>
          </p:cNvPr>
          <p:cNvSpPr txBox="1"/>
          <p:nvPr/>
        </p:nvSpPr>
        <p:spPr>
          <a:xfrm>
            <a:off x="1744860" y="5023398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managers history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2829B39-A330-3351-0DF6-4DDC223F6E52}"/>
              </a:ext>
            </a:extLst>
          </p:cNvPr>
          <p:cNvSpPr txBox="1"/>
          <p:nvPr/>
        </p:nvSpPr>
        <p:spPr>
          <a:xfrm>
            <a:off x="1744860" y="5480434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improvements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539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6EECE-FA57-E806-F018-B758D2C5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889B8D-2E94-D37E-E31C-85B8A2959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CE8D8A-C889-5728-D657-687171B11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BA84456-C016-F770-5D9A-F5AA5C40B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C01E611-DD2E-10D3-4279-2CE2B043F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88A237-C5B4-EEC3-CA6C-30B4BE503F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B116B1-BB61-AEEF-3896-7CF9DC9AB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552DFB8-F1FC-4E5E-5DC3-7469B5F2E623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F5138C5D-77D9-F4D0-7B06-4A0377EF7387}"/>
              </a:ext>
            </a:extLst>
          </p:cNvPr>
          <p:cNvSpPr/>
          <p:nvPr/>
        </p:nvSpPr>
        <p:spPr>
          <a:xfrm>
            <a:off x="357296" y="1280073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A51129B-DCA9-62FC-6014-A5F66F2A92F3}"/>
              </a:ext>
            </a:extLst>
          </p:cNvPr>
          <p:cNvSpPr txBox="1"/>
          <p:nvPr/>
        </p:nvSpPr>
        <p:spPr>
          <a:xfrm>
            <a:off x="485312" y="1432938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18B7CE08-3F90-5498-5BB9-B92E3A80DD8A}"/>
              </a:ext>
            </a:extLst>
          </p:cNvPr>
          <p:cNvCxnSpPr/>
          <p:nvPr/>
        </p:nvCxnSpPr>
        <p:spPr>
          <a:xfrm>
            <a:off x="554667" y="1883267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D8EB148E-182D-2C46-46B0-9BBC1EA283F3}"/>
              </a:ext>
            </a:extLst>
          </p:cNvPr>
          <p:cNvSpPr txBox="1"/>
          <p:nvPr/>
        </p:nvSpPr>
        <p:spPr>
          <a:xfrm>
            <a:off x="2756170" y="1416440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B8BFF3C-6DB2-F5D7-8548-97EE4483EE9C}"/>
              </a:ext>
            </a:extLst>
          </p:cNvPr>
          <p:cNvSpPr txBox="1"/>
          <p:nvPr/>
        </p:nvSpPr>
        <p:spPr>
          <a:xfrm>
            <a:off x="684325" y="4439221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C3D14EE-C789-82A9-43C3-0345EF2F95B3}"/>
              </a:ext>
            </a:extLst>
          </p:cNvPr>
          <p:cNvSpPr txBox="1"/>
          <p:nvPr/>
        </p:nvSpPr>
        <p:spPr>
          <a:xfrm>
            <a:off x="554667" y="1998199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Coach:     </a:t>
            </a:r>
            <a:r>
              <a:rPr lang="it-IT" u="sng" dirty="0"/>
              <a:t>Jose Mourinho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BC3648C-CE28-5F70-D7FA-462E4FFBB155}"/>
              </a:ext>
            </a:extLst>
          </p:cNvPr>
          <p:cNvSpPr txBox="1"/>
          <p:nvPr/>
        </p:nvSpPr>
        <p:spPr>
          <a:xfrm>
            <a:off x="548211" y="2697667"/>
            <a:ext cx="31132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A199FAD0-3B00-486A-0AC0-35521EFBC207}"/>
              </a:ext>
            </a:extLst>
          </p:cNvPr>
          <p:cNvSpPr/>
          <p:nvPr/>
        </p:nvSpPr>
        <p:spPr>
          <a:xfrm>
            <a:off x="6793728" y="1332047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327EA4A-5897-2DE7-8224-0131DC02E4A0}"/>
              </a:ext>
            </a:extLst>
          </p:cNvPr>
          <p:cNvSpPr txBox="1"/>
          <p:nvPr/>
        </p:nvSpPr>
        <p:spPr>
          <a:xfrm>
            <a:off x="6921744" y="1484912"/>
            <a:ext cx="1379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AEEDC18C-F63A-EC83-42D5-102DAE6D8143}"/>
              </a:ext>
            </a:extLst>
          </p:cNvPr>
          <p:cNvCxnSpPr/>
          <p:nvPr/>
        </p:nvCxnSpPr>
        <p:spPr>
          <a:xfrm>
            <a:off x="6991099" y="1935241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E5B11BB-E7D5-E184-7446-F9BD5B1F0574}"/>
              </a:ext>
            </a:extLst>
          </p:cNvPr>
          <p:cNvSpPr txBox="1"/>
          <p:nvPr/>
        </p:nvSpPr>
        <p:spPr>
          <a:xfrm>
            <a:off x="6991099" y="2150452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Player 1</a:t>
            </a:r>
            <a:r>
              <a:rPr lang="it-IT" dirty="0"/>
              <a:t> ATT 90</a:t>
            </a:r>
          </a:p>
          <a:p>
            <a:r>
              <a:rPr lang="it-IT" u="sng" dirty="0"/>
              <a:t>Player 2</a:t>
            </a:r>
            <a:r>
              <a:rPr lang="it-IT" dirty="0"/>
              <a:t> CC 88</a:t>
            </a:r>
          </a:p>
          <a:p>
            <a:r>
              <a:rPr lang="it-IT" u="sng" dirty="0"/>
              <a:t>Player 3 DC 91</a:t>
            </a:r>
            <a:endParaRPr lang="it-IT" dirty="0"/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067C97A-C6EB-A24E-A50F-B1A18CFF6D59}"/>
              </a:ext>
            </a:extLst>
          </p:cNvPr>
          <p:cNvSpPr txBox="1"/>
          <p:nvPr/>
        </p:nvSpPr>
        <p:spPr>
          <a:xfrm>
            <a:off x="8255806" y="1484912"/>
            <a:ext cx="207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Formation</a:t>
            </a:r>
            <a:r>
              <a:rPr lang="it-IT" dirty="0"/>
              <a:t> </a:t>
            </a:r>
            <a:r>
              <a:rPr lang="it-IT" u="sng" dirty="0"/>
              <a:t>24/25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E7AA602-79CC-8B45-8066-E0330993643F}"/>
              </a:ext>
            </a:extLst>
          </p:cNvPr>
          <p:cNvSpPr txBox="1"/>
          <p:nvPr/>
        </p:nvSpPr>
        <p:spPr>
          <a:xfrm>
            <a:off x="3118293" y="876984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api/User/like/Team/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Freccia in giù 3">
            <a:extLst>
              <a:ext uri="{FF2B5EF4-FFF2-40B4-BE49-F238E27FC236}">
                <a16:creationId xmlns:a16="http://schemas.microsoft.com/office/drawing/2014/main" id="{001573F0-BBB1-B71D-B4E1-5262C2421D96}"/>
              </a:ext>
            </a:extLst>
          </p:cNvPr>
          <p:cNvSpPr/>
          <p:nvPr/>
        </p:nvSpPr>
        <p:spPr>
          <a:xfrm rot="2920232">
            <a:off x="3948996" y="1252714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32EE0A6-4E28-0D61-991A-156586CE86BC}"/>
              </a:ext>
            </a:extLst>
          </p:cNvPr>
          <p:cNvSpPr txBox="1"/>
          <p:nvPr/>
        </p:nvSpPr>
        <p:spPr>
          <a:xfrm>
            <a:off x="238413" y="6109339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showTeam</a:t>
            </a:r>
            <a:r>
              <a:rPr lang="it-IT" dirty="0"/>
              <a:t>/</a:t>
            </a:r>
            <a:r>
              <a:rPr lang="it-IT" dirty="0" err="1"/>
              <a:t>Roma_FC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4E0F91B-554B-9B5B-C294-40D99A87C21A}"/>
              </a:ext>
            </a:extLst>
          </p:cNvPr>
          <p:cNvSpPr txBox="1"/>
          <p:nvPr/>
        </p:nvSpPr>
        <p:spPr>
          <a:xfrm>
            <a:off x="1356417" y="3620868"/>
            <a:ext cx="2648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api/Team/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cf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Freccia in giù 14">
            <a:extLst>
              <a:ext uri="{FF2B5EF4-FFF2-40B4-BE49-F238E27FC236}">
                <a16:creationId xmlns:a16="http://schemas.microsoft.com/office/drawing/2014/main" id="{1831EF89-EE2A-6399-D8FF-6ADEB5E107B1}"/>
              </a:ext>
            </a:extLst>
          </p:cNvPr>
          <p:cNvSpPr/>
          <p:nvPr/>
        </p:nvSpPr>
        <p:spPr>
          <a:xfrm>
            <a:off x="2162838" y="3938972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Freccia in giù 17">
            <a:extLst>
              <a:ext uri="{FF2B5EF4-FFF2-40B4-BE49-F238E27FC236}">
                <a16:creationId xmlns:a16="http://schemas.microsoft.com/office/drawing/2014/main" id="{BC93B2E1-5A46-5F56-E0FC-478099E341D4}"/>
              </a:ext>
            </a:extLst>
          </p:cNvPr>
          <p:cNvSpPr/>
          <p:nvPr/>
        </p:nvSpPr>
        <p:spPr>
          <a:xfrm rot="10800000">
            <a:off x="2473303" y="2306682"/>
            <a:ext cx="126064" cy="1402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F266F27-7A5E-CFE7-8CCA-4FD66B04BF5B}"/>
              </a:ext>
            </a:extLst>
          </p:cNvPr>
          <p:cNvSpPr txBox="1"/>
          <p:nvPr/>
        </p:nvSpPr>
        <p:spPr>
          <a:xfrm>
            <a:off x="1208045" y="2465936"/>
            <a:ext cx="3534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Jose_Mourinho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F5B842C-7BED-31BA-184B-3C03BF2C1D27}"/>
              </a:ext>
            </a:extLst>
          </p:cNvPr>
          <p:cNvSpPr txBox="1"/>
          <p:nvPr/>
        </p:nvSpPr>
        <p:spPr>
          <a:xfrm>
            <a:off x="6991099" y="3665660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showPlayer</a:t>
            </a:r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/player3</a:t>
            </a:r>
          </a:p>
        </p:txBody>
      </p:sp>
      <p:sp>
        <p:nvSpPr>
          <p:cNvPr id="26" name="Freccia in giù 25">
            <a:extLst>
              <a:ext uri="{FF2B5EF4-FFF2-40B4-BE49-F238E27FC236}">
                <a16:creationId xmlns:a16="http://schemas.microsoft.com/office/drawing/2014/main" id="{97FDE9A5-7A30-0420-58FF-449A48F95373}"/>
              </a:ext>
            </a:extLst>
          </p:cNvPr>
          <p:cNvSpPr/>
          <p:nvPr/>
        </p:nvSpPr>
        <p:spPr>
          <a:xfrm rot="10495892">
            <a:off x="8112673" y="3226104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EB36007-0AF4-6E4E-53FF-1A30A0F1343E}"/>
              </a:ext>
            </a:extLst>
          </p:cNvPr>
          <p:cNvSpPr txBox="1"/>
          <p:nvPr/>
        </p:nvSpPr>
        <p:spPr>
          <a:xfrm>
            <a:off x="669888" y="5378145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improvements</a:t>
            </a:r>
            <a:endParaRPr lang="it-IT" dirty="0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293A091-7CD5-8551-CA35-7538AB97BA9E}"/>
              </a:ext>
            </a:extLst>
          </p:cNvPr>
          <p:cNvSpPr txBox="1"/>
          <p:nvPr/>
        </p:nvSpPr>
        <p:spPr>
          <a:xfrm>
            <a:off x="669888" y="4914677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managers history</a:t>
            </a:r>
          </a:p>
        </p:txBody>
      </p:sp>
      <p:sp>
        <p:nvSpPr>
          <p:cNvPr id="29" name="Freccia in giù 28">
            <a:extLst>
              <a:ext uri="{FF2B5EF4-FFF2-40B4-BE49-F238E27FC236}">
                <a16:creationId xmlns:a16="http://schemas.microsoft.com/office/drawing/2014/main" id="{8EFDFB31-0611-91C1-432A-DA181756F7DA}"/>
              </a:ext>
            </a:extLst>
          </p:cNvPr>
          <p:cNvSpPr/>
          <p:nvPr/>
        </p:nvSpPr>
        <p:spPr>
          <a:xfrm rot="6189553">
            <a:off x="3837165" y="5517985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Freccia in giù 31">
            <a:extLst>
              <a:ext uri="{FF2B5EF4-FFF2-40B4-BE49-F238E27FC236}">
                <a16:creationId xmlns:a16="http://schemas.microsoft.com/office/drawing/2014/main" id="{73A95A85-2C5A-5610-F434-09566C98DC6A}"/>
              </a:ext>
            </a:extLst>
          </p:cNvPr>
          <p:cNvSpPr/>
          <p:nvPr/>
        </p:nvSpPr>
        <p:spPr>
          <a:xfrm rot="6189553">
            <a:off x="3817479" y="4943241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006094F1-CC7F-3C18-A158-CEC2C2400471}"/>
              </a:ext>
            </a:extLst>
          </p:cNvPr>
          <p:cNvSpPr txBox="1"/>
          <p:nvPr/>
        </p:nvSpPr>
        <p:spPr>
          <a:xfrm>
            <a:off x="4060801" y="5013743"/>
            <a:ext cx="26483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api/Team/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mh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60270FB-4A7C-C544-750A-D1D46878779C}"/>
              </a:ext>
            </a:extLst>
          </p:cNvPr>
          <p:cNvSpPr txBox="1"/>
          <p:nvPr/>
        </p:nvSpPr>
        <p:spPr>
          <a:xfrm>
            <a:off x="4074092" y="5567940"/>
            <a:ext cx="26483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api/Team/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Roma_FC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imp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Freccia in giù 35">
            <a:extLst>
              <a:ext uri="{FF2B5EF4-FFF2-40B4-BE49-F238E27FC236}">
                <a16:creationId xmlns:a16="http://schemas.microsoft.com/office/drawing/2014/main" id="{7930EB4B-6AFC-CD48-999F-F375C75ED786}"/>
              </a:ext>
            </a:extLst>
          </p:cNvPr>
          <p:cNvSpPr/>
          <p:nvPr/>
        </p:nvSpPr>
        <p:spPr>
          <a:xfrm rot="1787204">
            <a:off x="9970719" y="1199421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E36D751C-EAE2-2FA8-4BFA-B4A1FAFB4022}"/>
              </a:ext>
            </a:extLst>
          </p:cNvPr>
          <p:cNvSpPr txBox="1"/>
          <p:nvPr/>
        </p:nvSpPr>
        <p:spPr>
          <a:xfrm>
            <a:off x="6991100" y="752102"/>
            <a:ext cx="50730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api/Team/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RomaFC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showFormation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/{</a:t>
            </a:r>
            <a:r>
              <a:rPr lang="it-IT" sz="1600" dirty="0" err="1">
                <a:solidFill>
                  <a:schemeClr val="accent2">
                    <a:lumMod val="75000"/>
                  </a:schemeClr>
                </a:solidFill>
              </a:rPr>
              <a:t>another_year</a:t>
            </a:r>
            <a:r>
              <a:rPr lang="it-IT" sz="1600" dirty="0">
                <a:solidFill>
                  <a:schemeClr val="accent2">
                    <a:lumMod val="7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65674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6C5DFF-76EB-B063-0ED8-378E86E7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52A5AB-CD57-0D34-679E-6DA37A24D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646EFD-0C9C-813B-8780-A7ED282A5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C24C708-AF3D-2EE8-68B2-F51F60922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D02A0C4-FEC2-98A0-8224-CBD459726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57BC13-F1C1-3F97-9D2E-F80BCAFB5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0519F4-A96C-7F79-316F-65AB82A01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2A5C2BF-D6B6-2F35-E380-BD368AA8C2CA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1A3972D1-190E-97AF-614F-421DF8A109DB}"/>
              </a:ext>
            </a:extLst>
          </p:cNvPr>
          <p:cNvSpPr/>
          <p:nvPr/>
        </p:nvSpPr>
        <p:spPr>
          <a:xfrm>
            <a:off x="4070115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3D32487-3D89-DF88-B0EE-0DED3BB0F15D}"/>
              </a:ext>
            </a:extLst>
          </p:cNvPr>
          <p:cNvSpPr txBox="1"/>
          <p:nvPr/>
        </p:nvSpPr>
        <p:spPr>
          <a:xfrm>
            <a:off x="4198131" y="1550535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Lionel Messi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3990447-E974-536D-F50A-0F636FAF48B2}"/>
              </a:ext>
            </a:extLst>
          </p:cNvPr>
          <p:cNvCxnSpPr/>
          <p:nvPr/>
        </p:nvCxnSpPr>
        <p:spPr>
          <a:xfrm>
            <a:off x="4267486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BCF0B22E-E650-6590-E28C-F37055B70A31}"/>
              </a:ext>
            </a:extLst>
          </p:cNvPr>
          <p:cNvSpPr txBox="1"/>
          <p:nvPr/>
        </p:nvSpPr>
        <p:spPr>
          <a:xfrm>
            <a:off x="6468989" y="1534037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69AC0AD-DEC7-D6AE-6DCA-CB78516A0722}"/>
              </a:ext>
            </a:extLst>
          </p:cNvPr>
          <p:cNvSpPr txBox="1"/>
          <p:nvPr/>
        </p:nvSpPr>
        <p:spPr>
          <a:xfrm>
            <a:off x="4267486" y="2115796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Plays in:       </a:t>
            </a:r>
            <a:r>
              <a:rPr lang="it-IT" u="sng" dirty="0"/>
              <a:t>Barcellona F.C</a:t>
            </a:r>
            <a:r>
              <a:rPr lang="it-IT" dirty="0"/>
              <a:t>.</a:t>
            </a:r>
            <a:endParaRPr lang="it-IT" u="sng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E7EA3C7-D4B0-1630-FC26-AEAEF5A860D3}"/>
              </a:ext>
            </a:extLst>
          </p:cNvPr>
          <p:cNvSpPr txBox="1"/>
          <p:nvPr/>
        </p:nvSpPr>
        <p:spPr>
          <a:xfrm>
            <a:off x="4267486" y="3295550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Stats</a:t>
            </a:r>
            <a:r>
              <a:rPr lang="it-IT" dirty="0"/>
              <a:t> </a:t>
            </a:r>
            <a:r>
              <a:rPr lang="it-IT" u="sng" dirty="0"/>
              <a:t>2025</a:t>
            </a:r>
            <a:r>
              <a:rPr lang="it-IT" dirty="0"/>
              <a:t>: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EDD8A19-38D3-3408-D8A0-2681B78C57FA}"/>
              </a:ext>
            </a:extLst>
          </p:cNvPr>
          <p:cNvSpPr txBox="1"/>
          <p:nvPr/>
        </p:nvSpPr>
        <p:spPr>
          <a:xfrm>
            <a:off x="3951232" y="6260187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showPlayer</a:t>
            </a:r>
            <a:r>
              <a:rPr lang="it-IT" dirty="0"/>
              <a:t>/</a:t>
            </a:r>
            <a:r>
              <a:rPr lang="it-IT" dirty="0" err="1"/>
              <a:t>Lionel_Messi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09834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E142E7-8B3A-309D-B3D9-6C85ED2F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CC6C8A-EB3D-A563-0EDA-191B02C9E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F4D2C3-7151-98E1-4CF0-EE17E87D4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BCEBCF1-EB45-9732-8323-D718938C6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DC9F4D6-96CD-80F9-51C8-6483D8CB9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User logged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D20336-B097-FA97-A6F0-DFB473947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C9CF6-990D-58F6-818D-261E4BAA1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72E1865-4977-EC0B-7AB9-19C85AB315E5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1200030-5219-217F-A59C-D32117497CBF}"/>
              </a:ext>
            </a:extLst>
          </p:cNvPr>
          <p:cNvSpPr/>
          <p:nvPr/>
        </p:nvSpPr>
        <p:spPr>
          <a:xfrm>
            <a:off x="4070115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08C3E1-F3F4-238B-9F52-DEE06C4337D0}"/>
              </a:ext>
            </a:extLst>
          </p:cNvPr>
          <p:cNvSpPr txBox="1"/>
          <p:nvPr/>
        </p:nvSpPr>
        <p:spPr>
          <a:xfrm>
            <a:off x="4198131" y="1550535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Lionel Messi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07B69BF3-85C4-4C23-1C42-07F565517829}"/>
              </a:ext>
            </a:extLst>
          </p:cNvPr>
          <p:cNvCxnSpPr/>
          <p:nvPr/>
        </p:nvCxnSpPr>
        <p:spPr>
          <a:xfrm>
            <a:off x="4267486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B543F416-1066-C7FF-BD3C-67298C2FD854}"/>
              </a:ext>
            </a:extLst>
          </p:cNvPr>
          <p:cNvSpPr txBox="1"/>
          <p:nvPr/>
        </p:nvSpPr>
        <p:spPr>
          <a:xfrm>
            <a:off x="6468989" y="1534037"/>
            <a:ext cx="1030812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Like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6A3CB2E-53F3-5012-E9D6-2BA8AEF1F492}"/>
              </a:ext>
            </a:extLst>
          </p:cNvPr>
          <p:cNvSpPr txBox="1"/>
          <p:nvPr/>
        </p:nvSpPr>
        <p:spPr>
          <a:xfrm>
            <a:off x="4267486" y="2115796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Plays in:       </a:t>
            </a:r>
            <a:r>
              <a:rPr lang="it-IT" u="sng" dirty="0"/>
              <a:t>Barcellona F.C</a:t>
            </a:r>
            <a:r>
              <a:rPr lang="it-IT" dirty="0"/>
              <a:t>.</a:t>
            </a:r>
            <a:endParaRPr lang="it-IT" u="sng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D9D347D-083D-2484-1B7B-578281AE815A}"/>
              </a:ext>
            </a:extLst>
          </p:cNvPr>
          <p:cNvSpPr txBox="1"/>
          <p:nvPr/>
        </p:nvSpPr>
        <p:spPr>
          <a:xfrm>
            <a:off x="4267486" y="3295550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Stats</a:t>
            </a:r>
            <a:r>
              <a:rPr lang="it-IT" dirty="0"/>
              <a:t> </a:t>
            </a:r>
            <a:r>
              <a:rPr lang="it-IT" u="sng" dirty="0"/>
              <a:t>2025</a:t>
            </a:r>
            <a:r>
              <a:rPr lang="it-IT" dirty="0"/>
              <a:t>: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" name="Freccia in giù 2">
            <a:extLst>
              <a:ext uri="{FF2B5EF4-FFF2-40B4-BE49-F238E27FC236}">
                <a16:creationId xmlns:a16="http://schemas.microsoft.com/office/drawing/2014/main" id="{CC662AC9-F054-2ADA-88E6-8EB8337FDA9C}"/>
              </a:ext>
            </a:extLst>
          </p:cNvPr>
          <p:cNvSpPr/>
          <p:nvPr/>
        </p:nvSpPr>
        <p:spPr>
          <a:xfrm>
            <a:off x="7233880" y="1091064"/>
            <a:ext cx="173485" cy="3604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668204E-2648-E884-36C6-9AFDDF29500C}"/>
              </a:ext>
            </a:extLst>
          </p:cNvPr>
          <p:cNvSpPr txBox="1"/>
          <p:nvPr/>
        </p:nvSpPr>
        <p:spPr>
          <a:xfrm>
            <a:off x="3951232" y="6260187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api/</a:t>
            </a:r>
            <a:r>
              <a:rPr lang="it-IT" dirty="0" err="1"/>
              <a:t>showPlayer</a:t>
            </a:r>
            <a:r>
              <a:rPr lang="it-IT" dirty="0"/>
              <a:t>/</a:t>
            </a:r>
            <a:r>
              <a:rPr lang="it-IT" dirty="0" err="1"/>
              <a:t>Lionel_Messi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56C05B-7152-5B3C-CF4B-5AAD1A5103D5}"/>
              </a:ext>
            </a:extLst>
          </p:cNvPr>
          <p:cNvSpPr txBox="1"/>
          <p:nvPr/>
        </p:nvSpPr>
        <p:spPr>
          <a:xfrm>
            <a:off x="6591193" y="735093"/>
            <a:ext cx="4244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api/user/like/Player/</a:t>
            </a:r>
            <a:r>
              <a:rPr lang="it-IT" dirty="0" err="1">
                <a:solidFill>
                  <a:schemeClr val="accent2">
                    <a:lumMod val="75000"/>
                  </a:schemeClr>
                </a:solidFill>
              </a:rPr>
              <a:t>Lionel_Messi</a:t>
            </a:r>
            <a:endParaRPr lang="it-IT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E0E12DD-B13A-768A-C892-FFB460DC0D43}"/>
              </a:ext>
            </a:extLst>
          </p:cNvPr>
          <p:cNvSpPr txBox="1"/>
          <p:nvPr/>
        </p:nvSpPr>
        <p:spPr>
          <a:xfrm>
            <a:off x="4267486" y="2663469"/>
            <a:ext cx="2831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Barcellona_FC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Freccia in giù 12">
            <a:extLst>
              <a:ext uri="{FF2B5EF4-FFF2-40B4-BE49-F238E27FC236}">
                <a16:creationId xmlns:a16="http://schemas.microsoft.com/office/drawing/2014/main" id="{0ADAA171-BB09-AEED-57C3-24F139EF0C3B}"/>
              </a:ext>
            </a:extLst>
          </p:cNvPr>
          <p:cNvSpPr/>
          <p:nvPr/>
        </p:nvSpPr>
        <p:spPr>
          <a:xfrm rot="10800000">
            <a:off x="6073682" y="2451042"/>
            <a:ext cx="127544" cy="2546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6A0D1FE-43DA-EADE-718B-BEE8BC6A1FC0}"/>
              </a:ext>
            </a:extLst>
          </p:cNvPr>
          <p:cNvSpPr txBox="1"/>
          <p:nvPr/>
        </p:nvSpPr>
        <p:spPr>
          <a:xfrm>
            <a:off x="4443741" y="3836453"/>
            <a:ext cx="3283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showPlayer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Lionel_Messi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/{2023}</a:t>
            </a:r>
          </a:p>
        </p:txBody>
      </p:sp>
      <p:sp>
        <p:nvSpPr>
          <p:cNvPr id="18" name="Freccia in giù 17">
            <a:extLst>
              <a:ext uri="{FF2B5EF4-FFF2-40B4-BE49-F238E27FC236}">
                <a16:creationId xmlns:a16="http://schemas.microsoft.com/office/drawing/2014/main" id="{393C6C3F-9A30-1A45-10AB-FDD0BB35D6F2}"/>
              </a:ext>
            </a:extLst>
          </p:cNvPr>
          <p:cNvSpPr/>
          <p:nvPr/>
        </p:nvSpPr>
        <p:spPr>
          <a:xfrm rot="10800000">
            <a:off x="5370675" y="3605208"/>
            <a:ext cx="127544" cy="2546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7137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322C6-A995-CA13-AFB2-27C12511A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B2CF44-A409-DD62-9DE3-FC213F5E0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88DC86-9B59-BEBD-2FBD-3FA942A88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E2454F7-5324-CE53-5A23-2DD851413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7049C0-1643-6421-C337-58BE26AD3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Admin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319845-74A3-10C0-90BD-4A4AE131A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90ED99-EE17-D165-CAE7-AF32C1B16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E2C6579-9617-3088-B8D2-0BB3D936873E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56D1AFB-06DE-5EEC-879C-9400A659630D}"/>
              </a:ext>
            </a:extLst>
          </p:cNvPr>
          <p:cNvSpPr/>
          <p:nvPr/>
        </p:nvSpPr>
        <p:spPr>
          <a:xfrm>
            <a:off x="4355887" y="1530239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F13C011-7D5E-529A-9B43-E9C902B14021}"/>
              </a:ext>
            </a:extLst>
          </p:cNvPr>
          <p:cNvSpPr txBox="1"/>
          <p:nvPr/>
        </p:nvSpPr>
        <p:spPr>
          <a:xfrm>
            <a:off x="4473345" y="1682069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ADMIN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952E83FA-8597-4AF1-F91A-6BBFF64D3F40}"/>
              </a:ext>
            </a:extLst>
          </p:cNvPr>
          <p:cNvCxnSpPr/>
          <p:nvPr/>
        </p:nvCxnSpPr>
        <p:spPr>
          <a:xfrm>
            <a:off x="4542700" y="2132398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5730D22-5D86-9DBE-BDE4-E89A67A448E7}"/>
              </a:ext>
            </a:extLst>
          </p:cNvPr>
          <p:cNvSpPr txBox="1"/>
          <p:nvPr/>
        </p:nvSpPr>
        <p:spPr>
          <a:xfrm>
            <a:off x="4578986" y="2256175"/>
            <a:ext cx="3166574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7B6E7F7-85CB-7524-5499-652C0B1D7298}"/>
              </a:ext>
            </a:extLst>
          </p:cNvPr>
          <p:cNvSpPr txBox="1"/>
          <p:nvPr/>
        </p:nvSpPr>
        <p:spPr>
          <a:xfrm>
            <a:off x="6090070" y="1677006"/>
            <a:ext cx="1736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Admin name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ADDDBA1-01EE-C46C-06FF-74F7EF4D1F9B}"/>
              </a:ext>
            </a:extLst>
          </p:cNvPr>
          <p:cNvSpPr txBox="1"/>
          <p:nvPr/>
        </p:nvSpPr>
        <p:spPr>
          <a:xfrm>
            <a:off x="4578986" y="2963124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player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A2D9FA3-E7BD-E34C-EB63-6A58DDA2C35D}"/>
              </a:ext>
            </a:extLst>
          </p:cNvPr>
          <p:cNvSpPr txBox="1"/>
          <p:nvPr/>
        </p:nvSpPr>
        <p:spPr>
          <a:xfrm>
            <a:off x="4578985" y="3477567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Mod. player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2B5A5E3-E3B7-9D75-00C4-AE8541A82008}"/>
              </a:ext>
            </a:extLst>
          </p:cNvPr>
          <p:cNvSpPr txBox="1"/>
          <p:nvPr/>
        </p:nvSpPr>
        <p:spPr>
          <a:xfrm>
            <a:off x="6388406" y="3995968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team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809817B-7BF6-EAA2-8DD8-33378E76E83B}"/>
              </a:ext>
            </a:extLst>
          </p:cNvPr>
          <p:cNvSpPr txBox="1"/>
          <p:nvPr/>
        </p:nvSpPr>
        <p:spPr>
          <a:xfrm>
            <a:off x="6388407" y="2964591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player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E41E56A-B5FF-8042-5390-01BB1B5439DF}"/>
              </a:ext>
            </a:extLst>
          </p:cNvPr>
          <p:cNvSpPr txBox="1"/>
          <p:nvPr/>
        </p:nvSpPr>
        <p:spPr>
          <a:xfrm>
            <a:off x="4578985" y="3983303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team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2D18531-BE69-BF21-8756-4949A46BE993}"/>
              </a:ext>
            </a:extLst>
          </p:cNvPr>
          <p:cNvSpPr txBox="1"/>
          <p:nvPr/>
        </p:nvSpPr>
        <p:spPr>
          <a:xfrm>
            <a:off x="4578985" y="4495380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Mod. team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CCCF3E5-A064-D387-B3F5-7CF360239A81}"/>
              </a:ext>
            </a:extLst>
          </p:cNvPr>
          <p:cNvSpPr txBox="1"/>
          <p:nvPr/>
        </p:nvSpPr>
        <p:spPr>
          <a:xfrm>
            <a:off x="4578985" y="5001429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Coach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E7DD967-7732-E1ED-8A79-EBB39FF2ECD9}"/>
              </a:ext>
            </a:extLst>
          </p:cNvPr>
          <p:cNvSpPr txBox="1"/>
          <p:nvPr/>
        </p:nvSpPr>
        <p:spPr>
          <a:xfrm>
            <a:off x="6388406" y="5017300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Coach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55BE007-AA38-85BD-B0AB-ECAFD5640D60}"/>
              </a:ext>
            </a:extLst>
          </p:cNvPr>
          <p:cNvSpPr txBox="1"/>
          <p:nvPr/>
        </p:nvSpPr>
        <p:spPr>
          <a:xfrm>
            <a:off x="4578985" y="5504078"/>
            <a:ext cx="1438267" cy="338554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sz="1600" dirty="0"/>
              <a:t>Mod. Coach</a:t>
            </a:r>
          </a:p>
        </p:txBody>
      </p:sp>
    </p:spTree>
    <p:extLst>
      <p:ext uri="{BB962C8B-B14F-4D97-AF65-F5344CB8AC3E}">
        <p14:creationId xmlns:p14="http://schemas.microsoft.com/office/powerpoint/2010/main" val="3008977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E56E10-2927-813E-9D1B-7CFD7CEE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09B1176-6DB7-6193-F398-27135BB04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7973E0-31C7-EDC4-4316-EAC8AD61C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EA2D32B-10A9-EA9D-619A-6777BB150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1267272-E08F-A1DA-0BAE-198C810EA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Admin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2A773E-D2F2-4775-6C91-BD6208E125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BB437D-0A0E-32D8-027B-3241C3B0A3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78EBE44-8473-02D5-1EE3-C472288A654E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EAE440E-3028-06BD-DCE3-974F341937AC}"/>
              </a:ext>
            </a:extLst>
          </p:cNvPr>
          <p:cNvSpPr/>
          <p:nvPr/>
        </p:nvSpPr>
        <p:spPr>
          <a:xfrm>
            <a:off x="4355887" y="1530239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47FCEB-A1EB-5B77-5160-7EE1B09A0691}"/>
              </a:ext>
            </a:extLst>
          </p:cNvPr>
          <p:cNvSpPr txBox="1"/>
          <p:nvPr/>
        </p:nvSpPr>
        <p:spPr>
          <a:xfrm>
            <a:off x="4473345" y="1682069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ADMIN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3953E46-CEA3-2991-1F0D-9F58D0DB0E1B}"/>
              </a:ext>
            </a:extLst>
          </p:cNvPr>
          <p:cNvCxnSpPr/>
          <p:nvPr/>
        </p:nvCxnSpPr>
        <p:spPr>
          <a:xfrm>
            <a:off x="4542700" y="2132398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C464821-5DC4-CB27-1119-EA06BBFE2193}"/>
              </a:ext>
            </a:extLst>
          </p:cNvPr>
          <p:cNvSpPr txBox="1"/>
          <p:nvPr/>
        </p:nvSpPr>
        <p:spPr>
          <a:xfrm>
            <a:off x="4578986" y="2256175"/>
            <a:ext cx="3166574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Search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630DCAE-5E27-6FA1-B6B9-12A57BADA375}"/>
              </a:ext>
            </a:extLst>
          </p:cNvPr>
          <p:cNvSpPr txBox="1"/>
          <p:nvPr/>
        </p:nvSpPr>
        <p:spPr>
          <a:xfrm>
            <a:off x="6090070" y="1677006"/>
            <a:ext cx="1736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Admin name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C7D368C-A823-59DF-CC2B-A05EF6982813}"/>
              </a:ext>
            </a:extLst>
          </p:cNvPr>
          <p:cNvSpPr txBox="1"/>
          <p:nvPr/>
        </p:nvSpPr>
        <p:spPr>
          <a:xfrm>
            <a:off x="4578986" y="2963124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player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790614E-3113-0E8B-B0EA-DBDA3811D791}"/>
              </a:ext>
            </a:extLst>
          </p:cNvPr>
          <p:cNvSpPr txBox="1"/>
          <p:nvPr/>
        </p:nvSpPr>
        <p:spPr>
          <a:xfrm>
            <a:off x="4578985" y="3477567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Mod. player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124798F-1337-0E84-C6DE-63D4880BF3F3}"/>
              </a:ext>
            </a:extLst>
          </p:cNvPr>
          <p:cNvSpPr txBox="1"/>
          <p:nvPr/>
        </p:nvSpPr>
        <p:spPr>
          <a:xfrm>
            <a:off x="6388406" y="3995968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team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E589FD-7B7B-AAB9-165E-732989DF608A}"/>
              </a:ext>
            </a:extLst>
          </p:cNvPr>
          <p:cNvSpPr txBox="1"/>
          <p:nvPr/>
        </p:nvSpPr>
        <p:spPr>
          <a:xfrm>
            <a:off x="6388407" y="2964591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player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41838A1-99CF-119A-7B5B-F74EC00D0BD3}"/>
              </a:ext>
            </a:extLst>
          </p:cNvPr>
          <p:cNvSpPr txBox="1"/>
          <p:nvPr/>
        </p:nvSpPr>
        <p:spPr>
          <a:xfrm>
            <a:off x="4578985" y="3983303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team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0976F34-EEEF-651B-0C4A-09C54FE8E1C0}"/>
              </a:ext>
            </a:extLst>
          </p:cNvPr>
          <p:cNvSpPr txBox="1"/>
          <p:nvPr/>
        </p:nvSpPr>
        <p:spPr>
          <a:xfrm>
            <a:off x="4578985" y="4495380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Mod. team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D75D703-120E-F31A-B298-A2FAD84FD3C2}"/>
              </a:ext>
            </a:extLst>
          </p:cNvPr>
          <p:cNvSpPr txBox="1"/>
          <p:nvPr/>
        </p:nvSpPr>
        <p:spPr>
          <a:xfrm>
            <a:off x="4578985" y="5001429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Add</a:t>
            </a:r>
            <a:r>
              <a:rPr lang="it-IT" dirty="0"/>
              <a:t> Coach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04D8B36-A7E0-6C24-F153-FC6202036886}"/>
              </a:ext>
            </a:extLst>
          </p:cNvPr>
          <p:cNvSpPr txBox="1"/>
          <p:nvPr/>
        </p:nvSpPr>
        <p:spPr>
          <a:xfrm>
            <a:off x="6388406" y="5017300"/>
            <a:ext cx="1438267" cy="369332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Del. Coach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B03B5FC-6DAA-3825-3BD8-89FDAF027FBD}"/>
              </a:ext>
            </a:extLst>
          </p:cNvPr>
          <p:cNvSpPr txBox="1"/>
          <p:nvPr/>
        </p:nvSpPr>
        <p:spPr>
          <a:xfrm>
            <a:off x="4578985" y="5504078"/>
            <a:ext cx="1438267" cy="338554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sz="1600" dirty="0"/>
              <a:t>Mod. Coach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9C52C815-98BD-9AA9-29B2-00A506710E04}"/>
              </a:ext>
            </a:extLst>
          </p:cNvPr>
          <p:cNvSpPr txBox="1"/>
          <p:nvPr/>
        </p:nvSpPr>
        <p:spPr>
          <a:xfrm>
            <a:off x="2456816" y="2933537"/>
            <a:ext cx="15059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add_player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Freccia in giù 23">
            <a:extLst>
              <a:ext uri="{FF2B5EF4-FFF2-40B4-BE49-F238E27FC236}">
                <a16:creationId xmlns:a16="http://schemas.microsoft.com/office/drawing/2014/main" id="{7D5DF13D-5292-3203-AB72-AAF4FBDB82BC}"/>
              </a:ext>
            </a:extLst>
          </p:cNvPr>
          <p:cNvSpPr/>
          <p:nvPr/>
        </p:nvSpPr>
        <p:spPr>
          <a:xfrm rot="16200000">
            <a:off x="4126717" y="2849948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3E5B36D-8D00-219A-72BF-CC94728501CF}"/>
              </a:ext>
            </a:extLst>
          </p:cNvPr>
          <p:cNvSpPr txBox="1"/>
          <p:nvPr/>
        </p:nvSpPr>
        <p:spPr>
          <a:xfrm>
            <a:off x="628096" y="3523425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modifyPlayer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Player_A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6" name="Freccia in giù 25">
            <a:extLst>
              <a:ext uri="{FF2B5EF4-FFF2-40B4-BE49-F238E27FC236}">
                <a16:creationId xmlns:a16="http://schemas.microsoft.com/office/drawing/2014/main" id="{81DF8B7C-F4DC-449A-4CCE-AAD817AF14A5}"/>
              </a:ext>
            </a:extLst>
          </p:cNvPr>
          <p:cNvSpPr/>
          <p:nvPr/>
        </p:nvSpPr>
        <p:spPr>
          <a:xfrm rot="16200000">
            <a:off x="4100273" y="3407381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BBD256DE-1BAE-BBC6-B0CD-D017029D0A68}"/>
              </a:ext>
            </a:extLst>
          </p:cNvPr>
          <p:cNvSpPr txBox="1"/>
          <p:nvPr/>
        </p:nvSpPr>
        <p:spPr>
          <a:xfrm>
            <a:off x="643483" y="4002089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addTeam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Freccia in giù 27">
            <a:extLst>
              <a:ext uri="{FF2B5EF4-FFF2-40B4-BE49-F238E27FC236}">
                <a16:creationId xmlns:a16="http://schemas.microsoft.com/office/drawing/2014/main" id="{8AA0F330-542D-0A4D-4A02-33649A21964F}"/>
              </a:ext>
            </a:extLst>
          </p:cNvPr>
          <p:cNvSpPr/>
          <p:nvPr/>
        </p:nvSpPr>
        <p:spPr>
          <a:xfrm rot="16200000">
            <a:off x="4115660" y="3886045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E64AFF22-A848-451C-33C2-0B3ED4A6E408}"/>
              </a:ext>
            </a:extLst>
          </p:cNvPr>
          <p:cNvSpPr txBox="1"/>
          <p:nvPr/>
        </p:nvSpPr>
        <p:spPr>
          <a:xfrm>
            <a:off x="628096" y="4498058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modifyTeam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Team_A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0" name="Freccia in giù 29">
            <a:extLst>
              <a:ext uri="{FF2B5EF4-FFF2-40B4-BE49-F238E27FC236}">
                <a16:creationId xmlns:a16="http://schemas.microsoft.com/office/drawing/2014/main" id="{6DACB5D8-7D94-C794-FC5E-A46CEFA47D69}"/>
              </a:ext>
            </a:extLst>
          </p:cNvPr>
          <p:cNvSpPr/>
          <p:nvPr/>
        </p:nvSpPr>
        <p:spPr>
          <a:xfrm rot="16200000">
            <a:off x="4100273" y="4382014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30036AEA-BBFF-EC2D-8E50-C095A9E32955}"/>
              </a:ext>
            </a:extLst>
          </p:cNvPr>
          <p:cNvSpPr txBox="1"/>
          <p:nvPr/>
        </p:nvSpPr>
        <p:spPr>
          <a:xfrm>
            <a:off x="650945" y="5053664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addCoach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Freccia in giù 31">
            <a:extLst>
              <a:ext uri="{FF2B5EF4-FFF2-40B4-BE49-F238E27FC236}">
                <a16:creationId xmlns:a16="http://schemas.microsoft.com/office/drawing/2014/main" id="{48B01667-A662-9281-8E7A-EADFC01EEEAC}"/>
              </a:ext>
            </a:extLst>
          </p:cNvPr>
          <p:cNvSpPr/>
          <p:nvPr/>
        </p:nvSpPr>
        <p:spPr>
          <a:xfrm rot="16200000">
            <a:off x="4123122" y="4937620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E3562A8-D911-6CBD-E972-8995A3DE1135}"/>
              </a:ext>
            </a:extLst>
          </p:cNvPr>
          <p:cNvSpPr txBox="1"/>
          <p:nvPr/>
        </p:nvSpPr>
        <p:spPr>
          <a:xfrm>
            <a:off x="617848" y="5561843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modifyCoach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Coach_A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4" name="Freccia in giù 33">
            <a:extLst>
              <a:ext uri="{FF2B5EF4-FFF2-40B4-BE49-F238E27FC236}">
                <a16:creationId xmlns:a16="http://schemas.microsoft.com/office/drawing/2014/main" id="{BB371A38-D4C0-DF1B-8BD5-E4BDB22547E8}"/>
              </a:ext>
            </a:extLst>
          </p:cNvPr>
          <p:cNvSpPr/>
          <p:nvPr/>
        </p:nvSpPr>
        <p:spPr>
          <a:xfrm rot="16200000">
            <a:off x="4090025" y="5445799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B5C76ED-71C7-1E2F-1017-CD8BE168CB23}"/>
              </a:ext>
            </a:extLst>
          </p:cNvPr>
          <p:cNvSpPr txBox="1"/>
          <p:nvPr/>
        </p:nvSpPr>
        <p:spPr>
          <a:xfrm>
            <a:off x="8612304" y="2979439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deletePlayer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Lionel_Messi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Freccia in giù 35">
            <a:extLst>
              <a:ext uri="{FF2B5EF4-FFF2-40B4-BE49-F238E27FC236}">
                <a16:creationId xmlns:a16="http://schemas.microsoft.com/office/drawing/2014/main" id="{A9026AEE-D069-A7BD-2BE9-03C717A7FACA}"/>
              </a:ext>
            </a:extLst>
          </p:cNvPr>
          <p:cNvSpPr/>
          <p:nvPr/>
        </p:nvSpPr>
        <p:spPr>
          <a:xfrm rot="5400000">
            <a:off x="8033490" y="2875268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60C5FDE2-8508-BBE0-BBA5-1CE74575B81B}"/>
              </a:ext>
            </a:extLst>
          </p:cNvPr>
          <p:cNvSpPr txBox="1"/>
          <p:nvPr/>
        </p:nvSpPr>
        <p:spPr>
          <a:xfrm>
            <a:off x="8612304" y="4020826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deleteTeam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Team_A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Freccia in giù 37">
            <a:extLst>
              <a:ext uri="{FF2B5EF4-FFF2-40B4-BE49-F238E27FC236}">
                <a16:creationId xmlns:a16="http://schemas.microsoft.com/office/drawing/2014/main" id="{429DC46E-7060-72A3-11AA-8CA749D7657B}"/>
              </a:ext>
            </a:extLst>
          </p:cNvPr>
          <p:cNvSpPr/>
          <p:nvPr/>
        </p:nvSpPr>
        <p:spPr>
          <a:xfrm rot="5400000">
            <a:off x="8033490" y="3916655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97B140C5-75DD-89C0-51BA-98854FB5AC59}"/>
              </a:ext>
            </a:extLst>
          </p:cNvPr>
          <p:cNvSpPr txBox="1"/>
          <p:nvPr/>
        </p:nvSpPr>
        <p:spPr>
          <a:xfrm>
            <a:off x="8655851" y="5019902"/>
            <a:ext cx="3178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api/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deleteCoach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it-IT" sz="1400" dirty="0" err="1">
                <a:solidFill>
                  <a:schemeClr val="accent2">
                    <a:lumMod val="75000"/>
                  </a:schemeClr>
                </a:solidFill>
              </a:rPr>
              <a:t>Coach_A</a:t>
            </a:r>
            <a:endParaRPr lang="it-IT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Freccia in giù 39">
            <a:extLst>
              <a:ext uri="{FF2B5EF4-FFF2-40B4-BE49-F238E27FC236}">
                <a16:creationId xmlns:a16="http://schemas.microsoft.com/office/drawing/2014/main" id="{780A5BF9-C931-10EF-1E4E-FBDD2557241E}"/>
              </a:ext>
            </a:extLst>
          </p:cNvPr>
          <p:cNvSpPr/>
          <p:nvPr/>
        </p:nvSpPr>
        <p:spPr>
          <a:xfrm rot="5400000">
            <a:off x="8077037" y="4915731"/>
            <a:ext cx="201101" cy="5450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9229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12EFC-C2E0-0993-090A-56C70F65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5C597A4-1A62-9CC3-2A13-AABA0C2A64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7689ED-86A5-22C8-BF5A-6AEDFCE66B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18F34B7-7CDB-1277-0C05-AA5EB8E5A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0ABE44-7FD0-23DA-240F-28B867991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9157356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Admin   </a:t>
            </a:r>
            <a:r>
              <a:rPr lang="en-US" sz="2000" dirty="0"/>
              <a:t>show player/show coach/show team</a:t>
            </a:r>
            <a:endParaRPr lang="en-US" sz="3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E35D29-E58F-81C9-4178-A5941D7DA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1DA347-7C44-7833-E4FD-76E00CED9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E69A5BDB-C349-12FC-8C38-120693C99676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85EE841-1E64-40F5-DEA1-BE48C5C8CDA4}"/>
              </a:ext>
            </a:extLst>
          </p:cNvPr>
          <p:cNvSpPr/>
          <p:nvPr/>
        </p:nvSpPr>
        <p:spPr>
          <a:xfrm>
            <a:off x="395006" y="1450883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9A144EB-1536-EE47-35AC-FA6A5AF46693}"/>
              </a:ext>
            </a:extLst>
          </p:cNvPr>
          <p:cNvSpPr txBox="1"/>
          <p:nvPr/>
        </p:nvSpPr>
        <p:spPr>
          <a:xfrm>
            <a:off x="523022" y="1603748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Lionel Messi</a:t>
            </a:r>
          </a:p>
        </p:txBody>
      </p: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35366295-6405-62DD-419E-29F83908FB7D}"/>
              </a:ext>
            </a:extLst>
          </p:cNvPr>
          <p:cNvCxnSpPr/>
          <p:nvPr/>
        </p:nvCxnSpPr>
        <p:spPr>
          <a:xfrm>
            <a:off x="592377" y="2054077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DDB0B1A-889B-9C4D-3EF2-CBC9793CEE67}"/>
              </a:ext>
            </a:extLst>
          </p:cNvPr>
          <p:cNvSpPr txBox="1"/>
          <p:nvPr/>
        </p:nvSpPr>
        <p:spPr>
          <a:xfrm>
            <a:off x="592377" y="2169009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Plays in:       </a:t>
            </a:r>
            <a:r>
              <a:rPr lang="it-IT" u="sng" dirty="0"/>
              <a:t>Barcellona F.C</a:t>
            </a:r>
            <a:r>
              <a:rPr lang="it-IT" dirty="0"/>
              <a:t>.</a:t>
            </a:r>
            <a:endParaRPr lang="it-IT" u="sng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3749D0EB-2DF8-3264-A204-EFA5F1F18C4E}"/>
              </a:ext>
            </a:extLst>
          </p:cNvPr>
          <p:cNvSpPr txBox="1"/>
          <p:nvPr/>
        </p:nvSpPr>
        <p:spPr>
          <a:xfrm>
            <a:off x="619041" y="2671993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Stats</a:t>
            </a:r>
            <a:r>
              <a:rPr lang="it-IT" dirty="0"/>
              <a:t> </a:t>
            </a:r>
            <a:r>
              <a:rPr lang="it-IT" u="sng" dirty="0"/>
              <a:t>2025</a:t>
            </a:r>
            <a:r>
              <a:rPr lang="it-IT" dirty="0"/>
              <a:t>: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42A1339A-EE15-7258-EA39-ED381F8E1A20}"/>
              </a:ext>
            </a:extLst>
          </p:cNvPr>
          <p:cNvSpPr/>
          <p:nvPr/>
        </p:nvSpPr>
        <p:spPr>
          <a:xfrm>
            <a:off x="4394766" y="1450883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3FE0543-99CD-4D81-23EE-23B065E7E606}"/>
              </a:ext>
            </a:extLst>
          </p:cNvPr>
          <p:cNvSpPr txBox="1"/>
          <p:nvPr/>
        </p:nvSpPr>
        <p:spPr>
          <a:xfrm>
            <a:off x="4522782" y="1603748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Josè Mourinho</a:t>
            </a:r>
          </a:p>
        </p:txBody>
      </p: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9456645F-1041-EBE8-F8A7-094D354BA3E9}"/>
              </a:ext>
            </a:extLst>
          </p:cNvPr>
          <p:cNvCxnSpPr/>
          <p:nvPr/>
        </p:nvCxnSpPr>
        <p:spPr>
          <a:xfrm>
            <a:off x="4592137" y="2054077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32257617-3104-6026-D690-A6C4E46AD9F7}"/>
              </a:ext>
            </a:extLst>
          </p:cNvPr>
          <p:cNvSpPr txBox="1"/>
          <p:nvPr/>
        </p:nvSpPr>
        <p:spPr>
          <a:xfrm>
            <a:off x="4755515" y="5543788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Trained</a:t>
            </a:r>
            <a:r>
              <a:rPr lang="it-IT" dirty="0"/>
              <a:t> teams history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920C81A2-6754-DF53-C035-04AB172FFD8A}"/>
              </a:ext>
            </a:extLst>
          </p:cNvPr>
          <p:cNvSpPr txBox="1"/>
          <p:nvPr/>
        </p:nvSpPr>
        <p:spPr>
          <a:xfrm>
            <a:off x="4592137" y="2169009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 of:       </a:t>
            </a:r>
            <a:r>
              <a:rPr lang="it-IT" u="sng" dirty="0"/>
              <a:t>Roma F.C.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D2EA5D3D-10B5-3358-7CF8-1349B960EBF1}"/>
              </a:ext>
            </a:extLst>
          </p:cNvPr>
          <p:cNvSpPr txBox="1"/>
          <p:nvPr/>
        </p:nvSpPr>
        <p:spPr>
          <a:xfrm>
            <a:off x="4711237" y="2670454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35" name="Rettangolo 34">
            <a:extLst>
              <a:ext uri="{FF2B5EF4-FFF2-40B4-BE49-F238E27FC236}">
                <a16:creationId xmlns:a16="http://schemas.microsoft.com/office/drawing/2014/main" id="{E3CA2EED-DC67-6C34-38D9-F581574D910A}"/>
              </a:ext>
            </a:extLst>
          </p:cNvPr>
          <p:cNvSpPr/>
          <p:nvPr/>
        </p:nvSpPr>
        <p:spPr>
          <a:xfrm>
            <a:off x="8315731" y="1450883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343D4629-A318-445B-2833-5C31E3C041A3}"/>
              </a:ext>
            </a:extLst>
          </p:cNvPr>
          <p:cNvSpPr txBox="1"/>
          <p:nvPr/>
        </p:nvSpPr>
        <p:spPr>
          <a:xfrm>
            <a:off x="8443747" y="1603748"/>
            <a:ext cx="1875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Roma F.C.</a:t>
            </a:r>
          </a:p>
        </p:txBody>
      </p:sp>
      <p:cxnSp>
        <p:nvCxnSpPr>
          <p:cNvPr id="43" name="Connettore diritto 42">
            <a:extLst>
              <a:ext uri="{FF2B5EF4-FFF2-40B4-BE49-F238E27FC236}">
                <a16:creationId xmlns:a16="http://schemas.microsoft.com/office/drawing/2014/main" id="{97F50079-CE50-5550-C879-21D34E935B03}"/>
              </a:ext>
            </a:extLst>
          </p:cNvPr>
          <p:cNvCxnSpPr/>
          <p:nvPr/>
        </p:nvCxnSpPr>
        <p:spPr>
          <a:xfrm>
            <a:off x="8513102" y="2054077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A9616A0-D2CF-359A-57B8-E419340CBD9C}"/>
              </a:ext>
            </a:extLst>
          </p:cNvPr>
          <p:cNvSpPr txBox="1"/>
          <p:nvPr/>
        </p:nvSpPr>
        <p:spPr>
          <a:xfrm>
            <a:off x="8676480" y="5543788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Show </a:t>
            </a:r>
            <a:r>
              <a:rPr lang="it-IT" dirty="0" err="1"/>
              <a:t>current</a:t>
            </a:r>
            <a:r>
              <a:rPr lang="it-IT" dirty="0"/>
              <a:t> </a:t>
            </a:r>
            <a:r>
              <a:rPr lang="it-IT" dirty="0" err="1"/>
              <a:t>formation</a:t>
            </a:r>
            <a:endParaRPr lang="it-IT" dirty="0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5A191E98-6E06-0240-EA5D-A8491938AE6B}"/>
              </a:ext>
            </a:extLst>
          </p:cNvPr>
          <p:cNvSpPr txBox="1"/>
          <p:nvPr/>
        </p:nvSpPr>
        <p:spPr>
          <a:xfrm>
            <a:off x="8513102" y="2169009"/>
            <a:ext cx="3166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Coach:     </a:t>
            </a:r>
            <a:r>
              <a:rPr lang="it-IT" u="sng" dirty="0"/>
              <a:t>Jose Mourinho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B449DA19-6166-2049-7567-6A51DEA23333}"/>
              </a:ext>
            </a:extLst>
          </p:cNvPr>
          <p:cNvSpPr txBox="1"/>
          <p:nvPr/>
        </p:nvSpPr>
        <p:spPr>
          <a:xfrm>
            <a:off x="8632202" y="2670454"/>
            <a:ext cx="31132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General info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r>
              <a:rPr lang="it-IT" dirty="0"/>
              <a:t>…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2159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B7271E-CADF-BB92-3315-9D6915090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943F80-9208-1151-76F5-1FEFB08D0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6846BC-70D6-5053-0F8F-FDB85287A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0FE59DA-DD6F-7EEC-8B39-7466B81C0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1A33286-36FD-BB49-D328-D31BBFCEC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21" y="369903"/>
            <a:ext cx="4244902" cy="6578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Admin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CEAEA4-06FA-CE7E-2116-0287DBF74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EC19F6-C9D9-2BD0-4988-DC5945D0D9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109377"/>
            <a:ext cx="109270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02FAF24-E40D-66CC-7C81-0225C5A995ED}"/>
              </a:ext>
            </a:extLst>
          </p:cNvPr>
          <p:cNvSpPr/>
          <p:nvPr/>
        </p:nvSpPr>
        <p:spPr>
          <a:xfrm>
            <a:off x="650945" y="5109377"/>
            <a:ext cx="10962403" cy="1534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A00D2660-6D55-57DB-F26F-FE2D564313EE}"/>
              </a:ext>
            </a:extLst>
          </p:cNvPr>
          <p:cNvSpPr/>
          <p:nvPr/>
        </p:nvSpPr>
        <p:spPr>
          <a:xfrm>
            <a:off x="4267200" y="1397670"/>
            <a:ext cx="3657600" cy="4709652"/>
          </a:xfrm>
          <a:prstGeom prst="rect">
            <a:avLst/>
          </a:prstGeom>
          <a:ln w="57150"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D0F0F40D-BA81-DED1-A57A-A3B613B0646E}"/>
              </a:ext>
            </a:extLst>
          </p:cNvPr>
          <p:cNvCxnSpPr/>
          <p:nvPr/>
        </p:nvCxnSpPr>
        <p:spPr>
          <a:xfrm>
            <a:off x="4464571" y="2000864"/>
            <a:ext cx="328397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BBC3A1AE-7A00-B21C-6262-1D8A011A7FFA}"/>
              </a:ext>
            </a:extLst>
          </p:cNvPr>
          <p:cNvSpPr txBox="1"/>
          <p:nvPr/>
        </p:nvSpPr>
        <p:spPr>
          <a:xfrm>
            <a:off x="4606486" y="2313078"/>
            <a:ext cx="3024661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92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6041D5DB-7ED3-711B-3581-C8031D2009A7}"/>
              </a:ext>
            </a:extLst>
          </p:cNvPr>
          <p:cNvSpPr txBox="1"/>
          <p:nvPr/>
        </p:nvSpPr>
        <p:spPr>
          <a:xfrm>
            <a:off x="4606487" y="2837431"/>
            <a:ext cx="3024660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D047E8E-21AE-FFAD-8030-9BB21765B369}"/>
              </a:ext>
            </a:extLst>
          </p:cNvPr>
          <p:cNvSpPr txBox="1"/>
          <p:nvPr/>
        </p:nvSpPr>
        <p:spPr>
          <a:xfrm>
            <a:off x="4606486" y="3383164"/>
            <a:ext cx="3024659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 err="1"/>
              <a:t>Article</a:t>
            </a:r>
            <a:r>
              <a:rPr lang="it-IT" dirty="0"/>
              <a:t> </a:t>
            </a:r>
            <a:r>
              <a:rPr lang="it-IT" dirty="0" err="1"/>
              <a:t>title</a:t>
            </a:r>
            <a:r>
              <a:rPr lang="it-IT" dirty="0"/>
              <a:t> 91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A87E2094-6C0E-4DCB-EA56-63DDB4C84A7F}"/>
              </a:ext>
            </a:extLst>
          </p:cNvPr>
          <p:cNvSpPr txBox="1"/>
          <p:nvPr/>
        </p:nvSpPr>
        <p:spPr>
          <a:xfrm>
            <a:off x="4606487" y="3889691"/>
            <a:ext cx="3024658" cy="36933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AE9C4BE-5232-94FC-CC07-6789E9DC4068}"/>
              </a:ext>
            </a:extLst>
          </p:cNvPr>
          <p:cNvSpPr txBox="1"/>
          <p:nvPr/>
        </p:nvSpPr>
        <p:spPr>
          <a:xfrm>
            <a:off x="4464571" y="1534037"/>
            <a:ext cx="1287300" cy="369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User A</a:t>
            </a:r>
          </a:p>
        </p:txBody>
      </p:sp>
    </p:spTree>
    <p:extLst>
      <p:ext uri="{BB962C8B-B14F-4D97-AF65-F5344CB8AC3E}">
        <p14:creationId xmlns:p14="http://schemas.microsoft.com/office/powerpoint/2010/main" val="71342671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6165</TotalTime>
  <Words>1996</Words>
  <Application>Microsoft Office PowerPoint</Application>
  <PresentationFormat>Widescreen</PresentationFormat>
  <Paragraphs>666</Paragraphs>
  <Slides>40</Slides>
  <Notes>0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40</vt:i4>
      </vt:variant>
    </vt:vector>
  </HeadingPairs>
  <TitlesOfParts>
    <vt:vector size="45" baseType="lpstr">
      <vt:lpstr>Arial</vt:lpstr>
      <vt:lpstr>Calibri</vt:lpstr>
      <vt:lpstr>Neue Haas Grotesk Text Pro</vt:lpstr>
      <vt:lpstr>Open Sans</vt:lpstr>
      <vt:lpstr>AccentBoxVTI</vt:lpstr>
      <vt:lpstr>Large scale database mock-ups</vt:lpstr>
      <vt:lpstr>Registered/Unregistered    Search/Login/Sign up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Unregistered user  Sign up   </vt:lpstr>
      <vt:lpstr>Unregistered user  signup </vt:lpstr>
      <vt:lpstr>Registered user  Login </vt:lpstr>
      <vt:lpstr>Registered user login</vt:lpstr>
      <vt:lpstr>Registered user</vt:lpstr>
      <vt:lpstr>User logged in</vt:lpstr>
      <vt:lpstr>User logged in</vt:lpstr>
      <vt:lpstr>User logged in  change password</vt:lpstr>
      <vt:lpstr>User logged  create team/add/remove player</vt:lpstr>
      <vt:lpstr>User logged create team/add/remove player</vt:lpstr>
      <vt:lpstr>User logged  add/remove player</vt:lpstr>
      <vt:lpstr>User logged  my articles/read article</vt:lpstr>
      <vt:lpstr>User logged my articles/read article</vt:lpstr>
      <vt:lpstr>User logged modify article</vt:lpstr>
      <vt:lpstr>User logged   write article </vt:lpstr>
      <vt:lpstr>User logged   my followers/ followings </vt:lpstr>
      <vt:lpstr>Presentazione standard di PowerPoint</vt:lpstr>
      <vt:lpstr>User logged   search / view user</vt:lpstr>
      <vt:lpstr>Presentazione standard di PowerPoint</vt:lpstr>
      <vt:lpstr>User logged modified</vt:lpstr>
      <vt:lpstr>User logged modified</vt:lpstr>
      <vt:lpstr>User logged</vt:lpstr>
      <vt:lpstr>User logged</vt:lpstr>
      <vt:lpstr>User logged</vt:lpstr>
      <vt:lpstr>User logged</vt:lpstr>
      <vt:lpstr>User logged</vt:lpstr>
      <vt:lpstr>User logged</vt:lpstr>
      <vt:lpstr>Admin</vt:lpstr>
      <vt:lpstr>Admin</vt:lpstr>
      <vt:lpstr>Admin   show player/show coach/show team</vt:lpstr>
      <vt:lpstr>Admin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 Pio Pace</dc:creator>
  <cp:lastModifiedBy>Carlo Pio Pace</cp:lastModifiedBy>
  <cp:revision>26</cp:revision>
  <dcterms:created xsi:type="dcterms:W3CDTF">2025-04-14T09:34:05Z</dcterms:created>
  <dcterms:modified xsi:type="dcterms:W3CDTF">2025-05-11T19:51:43Z</dcterms:modified>
</cp:coreProperties>
</file>