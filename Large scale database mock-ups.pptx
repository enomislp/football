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7" r:id="rId2"/>
    <p:sldId id="275" r:id="rId3"/>
    <p:sldId id="259" r:id="rId4"/>
    <p:sldId id="261" r:id="rId5"/>
    <p:sldId id="276" r:id="rId6"/>
    <p:sldId id="260" r:id="rId7"/>
    <p:sldId id="262" r:id="rId8"/>
    <p:sldId id="277" r:id="rId9"/>
    <p:sldId id="287" r:id="rId10"/>
    <p:sldId id="263" r:id="rId11"/>
    <p:sldId id="278" r:id="rId12"/>
    <p:sldId id="288" r:id="rId13"/>
    <p:sldId id="264" r:id="rId14"/>
    <p:sldId id="279" r:id="rId15"/>
    <p:sldId id="265" r:id="rId16"/>
    <p:sldId id="280" r:id="rId17"/>
    <p:sldId id="266" r:id="rId18"/>
    <p:sldId id="281" r:id="rId19"/>
    <p:sldId id="268" r:id="rId20"/>
    <p:sldId id="282" r:id="rId21"/>
    <p:sldId id="269" r:id="rId22"/>
    <p:sldId id="283" r:id="rId23"/>
    <p:sldId id="270" r:id="rId24"/>
    <p:sldId id="284" r:id="rId25"/>
    <p:sldId id="271" r:id="rId26"/>
    <p:sldId id="285" r:id="rId27"/>
    <p:sldId id="272" r:id="rId28"/>
    <p:sldId id="286" r:id="rId29"/>
    <p:sldId id="273" r:id="rId30"/>
    <p:sldId id="274" r:id="rId3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-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9191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29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145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111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077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219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78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934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821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951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206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02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0E1A85-57EB-D71A-6000-8545E06B5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DA0C86BF-7547-3B3E-D7C8-F358637809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46" r="11280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A0B5B11-A944-3BDC-0A03-7EC02C1E8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it-IT" sz="4800">
                <a:solidFill>
                  <a:schemeClr val="bg1"/>
                </a:solidFill>
              </a:rPr>
              <a:t>Large scale database mock-ups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6832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C5121E-BACA-678A-2DFE-CC2297CE2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19D896-F59B-0D77-805C-CFF1D736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B1A394-EE9E-76B9-21E9-8D91E3BC6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89515F5-93B7-A26A-62A6-686EB982E1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628E338-70E1-0F5C-0284-9ECFDC8DC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Unregistered user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7D3EBB-E871-6C91-C733-80D1D37E5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C57C4B-69E4-3949-70B6-559439764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ECDFC4BB-C643-7DBB-3485-EFB99F0E3D48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DD734F52-3595-DA66-AACE-F7F445CEB0E2}"/>
              </a:ext>
            </a:extLst>
          </p:cNvPr>
          <p:cNvSpPr/>
          <p:nvPr/>
        </p:nvSpPr>
        <p:spPr>
          <a:xfrm>
            <a:off x="1563329" y="1397670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46A2FCF-99ED-58B3-AFA1-093E11337022}"/>
              </a:ext>
            </a:extLst>
          </p:cNvPr>
          <p:cNvSpPr txBox="1"/>
          <p:nvPr/>
        </p:nvSpPr>
        <p:spPr>
          <a:xfrm>
            <a:off x="1563329" y="1553789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Football social club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D9027F4-DBCE-B6CB-D4C4-2DC330AC976D}"/>
              </a:ext>
            </a:extLst>
          </p:cNvPr>
          <p:cNvSpPr txBox="1"/>
          <p:nvPr/>
        </p:nvSpPr>
        <p:spPr>
          <a:xfrm>
            <a:off x="1681316" y="3206752"/>
            <a:ext cx="3421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Login</a:t>
            </a:r>
          </a:p>
          <a:p>
            <a:pPr algn="ctr"/>
            <a:endParaRPr lang="it-IT" dirty="0"/>
          </a:p>
          <a:p>
            <a:pPr algn="ctr"/>
            <a:r>
              <a:rPr lang="it-IT" dirty="0" err="1"/>
              <a:t>Sign</a:t>
            </a:r>
            <a:r>
              <a:rPr lang="it-IT" dirty="0"/>
              <a:t> up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60467890-0782-84C1-36A1-D90A95CBDA0C}"/>
              </a:ext>
            </a:extLst>
          </p:cNvPr>
          <p:cNvSpPr/>
          <p:nvPr/>
        </p:nvSpPr>
        <p:spPr>
          <a:xfrm>
            <a:off x="6994926" y="1397670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4D6236A-FCAC-5AD7-5CEF-2F24A03E6795}"/>
              </a:ext>
            </a:extLst>
          </p:cNvPr>
          <p:cNvSpPr txBox="1"/>
          <p:nvPr/>
        </p:nvSpPr>
        <p:spPr>
          <a:xfrm>
            <a:off x="6994926" y="1553789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Sign</a:t>
            </a:r>
            <a:r>
              <a:rPr lang="it-IT" dirty="0"/>
              <a:t> up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5B49B66-5675-90B1-AD98-2C319CEB3A68}"/>
              </a:ext>
            </a:extLst>
          </p:cNvPr>
          <p:cNvSpPr txBox="1"/>
          <p:nvPr/>
        </p:nvSpPr>
        <p:spPr>
          <a:xfrm>
            <a:off x="7089058" y="2487771"/>
            <a:ext cx="3421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Email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3FE4629-8E13-6174-1339-327787ABAFFF}"/>
              </a:ext>
            </a:extLst>
          </p:cNvPr>
          <p:cNvSpPr txBox="1"/>
          <p:nvPr/>
        </p:nvSpPr>
        <p:spPr>
          <a:xfrm>
            <a:off x="7089058" y="3472360"/>
            <a:ext cx="3421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Password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6A52647-3390-DB35-7A68-2F4B7DA77E2C}"/>
              </a:ext>
            </a:extLst>
          </p:cNvPr>
          <p:cNvSpPr txBox="1"/>
          <p:nvPr/>
        </p:nvSpPr>
        <p:spPr>
          <a:xfrm>
            <a:off x="7112913" y="4463880"/>
            <a:ext cx="3421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Repeat</a:t>
            </a:r>
            <a:r>
              <a:rPr lang="it-IT" dirty="0"/>
              <a:t> password</a:t>
            </a:r>
          </a:p>
        </p:txBody>
      </p:sp>
      <p:cxnSp>
        <p:nvCxnSpPr>
          <p:cNvPr id="21" name="Connettore diritto 20">
            <a:extLst>
              <a:ext uri="{FF2B5EF4-FFF2-40B4-BE49-F238E27FC236}">
                <a16:creationId xmlns:a16="http://schemas.microsoft.com/office/drawing/2014/main" id="{71EE89AF-9548-79F3-29ED-B8E1A6C1C217}"/>
              </a:ext>
            </a:extLst>
          </p:cNvPr>
          <p:cNvCxnSpPr/>
          <p:nvPr/>
        </p:nvCxnSpPr>
        <p:spPr>
          <a:xfrm>
            <a:off x="1681316" y="1995948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558960C3-5646-D698-75C6-642E2ED6AEB9}"/>
              </a:ext>
            </a:extLst>
          </p:cNvPr>
          <p:cNvCxnSpPr>
            <a:cxnSpLocks/>
          </p:cNvCxnSpPr>
          <p:nvPr/>
        </p:nvCxnSpPr>
        <p:spPr>
          <a:xfrm>
            <a:off x="2620372" y="3668417"/>
            <a:ext cx="155833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B0FE668B-1DBC-DF54-64A3-A287EC48913B}"/>
              </a:ext>
            </a:extLst>
          </p:cNvPr>
          <p:cNvCxnSpPr/>
          <p:nvPr/>
        </p:nvCxnSpPr>
        <p:spPr>
          <a:xfrm>
            <a:off x="7192297" y="2000864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ttangolo 27">
            <a:extLst>
              <a:ext uri="{FF2B5EF4-FFF2-40B4-BE49-F238E27FC236}">
                <a16:creationId xmlns:a16="http://schemas.microsoft.com/office/drawing/2014/main" id="{73485D33-6907-AAF7-1858-9F211AD5B78F}"/>
              </a:ext>
            </a:extLst>
          </p:cNvPr>
          <p:cNvSpPr/>
          <p:nvPr/>
        </p:nvSpPr>
        <p:spPr>
          <a:xfrm>
            <a:off x="7223526" y="2873137"/>
            <a:ext cx="3200400" cy="31372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6A62376B-22D6-AF26-872C-A1ADC7BBF9D8}"/>
              </a:ext>
            </a:extLst>
          </p:cNvPr>
          <p:cNvSpPr/>
          <p:nvPr/>
        </p:nvSpPr>
        <p:spPr>
          <a:xfrm>
            <a:off x="7223526" y="3822915"/>
            <a:ext cx="3200400" cy="31372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29BC4ECC-D487-37E6-555A-F406486FE1B8}"/>
              </a:ext>
            </a:extLst>
          </p:cNvPr>
          <p:cNvSpPr/>
          <p:nvPr/>
        </p:nvSpPr>
        <p:spPr>
          <a:xfrm>
            <a:off x="7223526" y="4842816"/>
            <a:ext cx="3200400" cy="31372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57961670-B67A-600E-880B-956B45A4BDD3}"/>
              </a:ext>
            </a:extLst>
          </p:cNvPr>
          <p:cNvSpPr/>
          <p:nvPr/>
        </p:nvSpPr>
        <p:spPr>
          <a:xfrm>
            <a:off x="7934632" y="5427406"/>
            <a:ext cx="1799304" cy="533228"/>
          </a:xfrm>
          <a:prstGeom prst="round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3046E127-04E0-0F35-FF8C-5058E4D1973F}"/>
              </a:ext>
            </a:extLst>
          </p:cNvPr>
          <p:cNvSpPr txBox="1"/>
          <p:nvPr/>
        </p:nvSpPr>
        <p:spPr>
          <a:xfrm>
            <a:off x="8141109" y="5507443"/>
            <a:ext cx="1386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Register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89153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35D3C1D-A6AE-4FCA-BB76-A4748CE5D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F127CF3-9BE2-93B8-7BAC-EADD44DAF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Unregistered user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5BF818-2283-4CC9-A120-9225CEDFA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A42EF-20CC-4BCC-9D0B-222CF3AAE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A09BCE96-05F3-4CC1-DB69-27C12954A6CF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199DD51-FE41-5A15-8353-0F0B1ADC58F1}"/>
              </a:ext>
            </a:extLst>
          </p:cNvPr>
          <p:cNvSpPr/>
          <p:nvPr/>
        </p:nvSpPr>
        <p:spPr>
          <a:xfrm>
            <a:off x="1563329" y="1397670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8697E04-0616-64A4-070E-23BF9401EF7B}"/>
              </a:ext>
            </a:extLst>
          </p:cNvPr>
          <p:cNvSpPr txBox="1"/>
          <p:nvPr/>
        </p:nvSpPr>
        <p:spPr>
          <a:xfrm>
            <a:off x="1563329" y="1553789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Football social club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C0548BC-E378-6E11-5E8A-36C4277A1E35}"/>
              </a:ext>
            </a:extLst>
          </p:cNvPr>
          <p:cNvSpPr txBox="1"/>
          <p:nvPr/>
        </p:nvSpPr>
        <p:spPr>
          <a:xfrm>
            <a:off x="1681316" y="3206752"/>
            <a:ext cx="3421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Login</a:t>
            </a:r>
          </a:p>
          <a:p>
            <a:pPr algn="ctr"/>
            <a:endParaRPr lang="it-IT" dirty="0"/>
          </a:p>
          <a:p>
            <a:pPr algn="ctr"/>
            <a:r>
              <a:rPr lang="it-IT" dirty="0" err="1"/>
              <a:t>Sign</a:t>
            </a:r>
            <a:r>
              <a:rPr lang="it-IT" dirty="0"/>
              <a:t> up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D12E9FA2-5BF4-F8BE-67B8-0FBFDB8346F0}"/>
              </a:ext>
            </a:extLst>
          </p:cNvPr>
          <p:cNvSpPr/>
          <p:nvPr/>
        </p:nvSpPr>
        <p:spPr>
          <a:xfrm>
            <a:off x="6994926" y="1397670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A8C0210-CFA6-99C0-883C-1E9007F5E959}"/>
              </a:ext>
            </a:extLst>
          </p:cNvPr>
          <p:cNvSpPr txBox="1"/>
          <p:nvPr/>
        </p:nvSpPr>
        <p:spPr>
          <a:xfrm>
            <a:off x="6994926" y="1553789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Sign</a:t>
            </a:r>
            <a:r>
              <a:rPr lang="it-IT" dirty="0"/>
              <a:t> up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E929B6B-3654-4299-EBBC-EB5E0F14DF59}"/>
              </a:ext>
            </a:extLst>
          </p:cNvPr>
          <p:cNvSpPr txBox="1"/>
          <p:nvPr/>
        </p:nvSpPr>
        <p:spPr>
          <a:xfrm>
            <a:off x="7089058" y="2487771"/>
            <a:ext cx="3421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Email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386CD14-4552-AAC0-F35C-B3536AAB7CDC}"/>
              </a:ext>
            </a:extLst>
          </p:cNvPr>
          <p:cNvSpPr txBox="1"/>
          <p:nvPr/>
        </p:nvSpPr>
        <p:spPr>
          <a:xfrm>
            <a:off x="7089058" y="3472360"/>
            <a:ext cx="3421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Password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D249CBFB-A936-147C-EE3E-19EE915FA3E3}"/>
              </a:ext>
            </a:extLst>
          </p:cNvPr>
          <p:cNvSpPr txBox="1"/>
          <p:nvPr/>
        </p:nvSpPr>
        <p:spPr>
          <a:xfrm>
            <a:off x="7112913" y="4463880"/>
            <a:ext cx="3421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Repeat</a:t>
            </a:r>
            <a:r>
              <a:rPr lang="it-IT" dirty="0"/>
              <a:t> password</a:t>
            </a:r>
          </a:p>
        </p:txBody>
      </p:sp>
      <p:cxnSp>
        <p:nvCxnSpPr>
          <p:cNvPr id="21" name="Connettore diritto 20">
            <a:extLst>
              <a:ext uri="{FF2B5EF4-FFF2-40B4-BE49-F238E27FC236}">
                <a16:creationId xmlns:a16="http://schemas.microsoft.com/office/drawing/2014/main" id="{1FA08813-D6E2-6EEF-9F01-6F466AE90F1D}"/>
              </a:ext>
            </a:extLst>
          </p:cNvPr>
          <p:cNvCxnSpPr/>
          <p:nvPr/>
        </p:nvCxnSpPr>
        <p:spPr>
          <a:xfrm>
            <a:off x="1681316" y="1995948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FFAFEB5E-B3FD-A0C5-909F-C27BFA654587}"/>
              </a:ext>
            </a:extLst>
          </p:cNvPr>
          <p:cNvCxnSpPr>
            <a:cxnSpLocks/>
          </p:cNvCxnSpPr>
          <p:nvPr/>
        </p:nvCxnSpPr>
        <p:spPr>
          <a:xfrm>
            <a:off x="2620372" y="3668417"/>
            <a:ext cx="155833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BF5EBA32-FDDA-4D7E-069F-5EBA12593398}"/>
              </a:ext>
            </a:extLst>
          </p:cNvPr>
          <p:cNvCxnSpPr/>
          <p:nvPr/>
        </p:nvCxnSpPr>
        <p:spPr>
          <a:xfrm>
            <a:off x="7192297" y="2000864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ttangolo 27">
            <a:extLst>
              <a:ext uri="{FF2B5EF4-FFF2-40B4-BE49-F238E27FC236}">
                <a16:creationId xmlns:a16="http://schemas.microsoft.com/office/drawing/2014/main" id="{D54B0F16-EC80-096C-14B3-611254299206}"/>
              </a:ext>
            </a:extLst>
          </p:cNvPr>
          <p:cNvSpPr/>
          <p:nvPr/>
        </p:nvSpPr>
        <p:spPr>
          <a:xfrm>
            <a:off x="7223526" y="2873137"/>
            <a:ext cx="3200400" cy="31372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3285112C-CBA5-00D5-B52E-65193F87D3C2}"/>
              </a:ext>
            </a:extLst>
          </p:cNvPr>
          <p:cNvSpPr/>
          <p:nvPr/>
        </p:nvSpPr>
        <p:spPr>
          <a:xfrm>
            <a:off x="7223526" y="3822915"/>
            <a:ext cx="3200400" cy="31372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372C59BB-D027-A0B4-5F1C-F5C568AC79FF}"/>
              </a:ext>
            </a:extLst>
          </p:cNvPr>
          <p:cNvSpPr/>
          <p:nvPr/>
        </p:nvSpPr>
        <p:spPr>
          <a:xfrm>
            <a:off x="7223526" y="4842816"/>
            <a:ext cx="3200400" cy="31372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72328D23-3E96-D597-8288-1A0D29310B68}"/>
              </a:ext>
            </a:extLst>
          </p:cNvPr>
          <p:cNvSpPr/>
          <p:nvPr/>
        </p:nvSpPr>
        <p:spPr>
          <a:xfrm>
            <a:off x="7934632" y="5427406"/>
            <a:ext cx="1799304" cy="533228"/>
          </a:xfrm>
          <a:prstGeom prst="round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6EACD632-4D57-BEC0-EF94-B28CAF8D2187}"/>
              </a:ext>
            </a:extLst>
          </p:cNvPr>
          <p:cNvSpPr txBox="1"/>
          <p:nvPr/>
        </p:nvSpPr>
        <p:spPr>
          <a:xfrm>
            <a:off x="8141109" y="5507443"/>
            <a:ext cx="1386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Register</a:t>
            </a:r>
            <a:endParaRPr lang="it-IT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DF2A32AF-724F-C6C5-1F83-4F4CB0C12D92}"/>
              </a:ext>
            </a:extLst>
          </p:cNvPr>
          <p:cNvSpPr txBox="1"/>
          <p:nvPr/>
        </p:nvSpPr>
        <p:spPr>
          <a:xfrm>
            <a:off x="8128093" y="6197785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signup</a:t>
            </a:r>
            <a:endParaRPr lang="it-IT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Freccia in giù 3">
            <a:extLst>
              <a:ext uri="{FF2B5EF4-FFF2-40B4-BE49-F238E27FC236}">
                <a16:creationId xmlns:a16="http://schemas.microsoft.com/office/drawing/2014/main" id="{ACEA2658-AC6B-96F1-5E9F-5F9630EC607C}"/>
              </a:ext>
            </a:extLst>
          </p:cNvPr>
          <p:cNvSpPr/>
          <p:nvPr/>
        </p:nvSpPr>
        <p:spPr>
          <a:xfrm rot="10800000">
            <a:off x="8726129" y="5903102"/>
            <a:ext cx="147484" cy="3412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91080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D70554-9C86-1573-A73D-6D51E4CE7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EDE6B66-853F-C2A5-DEF4-36E3DA446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E63BEC-4C25-7216-8F09-1F5D811A4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37A62F2-6A9B-6B75-EB78-E1CDF977E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D3A3B61-E1BA-2600-A914-185EBAC00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Registered user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FFA9D6-2FE2-B78F-D094-D4822B28F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2E7B83-88EC-0FEB-8093-4E889C709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FDB0204-FCEA-82D2-1032-8B9FC2CCF92D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CB9D16D-F873-6750-AD86-3A67E4610434}"/>
              </a:ext>
            </a:extLst>
          </p:cNvPr>
          <p:cNvSpPr/>
          <p:nvPr/>
        </p:nvSpPr>
        <p:spPr>
          <a:xfrm>
            <a:off x="1563329" y="1397670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1AE2F1E-6401-2141-DDDB-0B165E9C9D73}"/>
              </a:ext>
            </a:extLst>
          </p:cNvPr>
          <p:cNvSpPr txBox="1"/>
          <p:nvPr/>
        </p:nvSpPr>
        <p:spPr>
          <a:xfrm>
            <a:off x="1563329" y="1553789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Football social club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51B871F-0FCC-BA59-A7C6-F48F9E9CEC80}"/>
              </a:ext>
            </a:extLst>
          </p:cNvPr>
          <p:cNvSpPr txBox="1"/>
          <p:nvPr/>
        </p:nvSpPr>
        <p:spPr>
          <a:xfrm>
            <a:off x="1681316" y="3206752"/>
            <a:ext cx="3421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Login</a:t>
            </a:r>
          </a:p>
          <a:p>
            <a:pPr algn="ctr"/>
            <a:endParaRPr lang="it-IT" dirty="0"/>
          </a:p>
          <a:p>
            <a:pPr algn="ctr"/>
            <a:r>
              <a:rPr lang="it-IT" dirty="0" err="1"/>
              <a:t>Sign</a:t>
            </a:r>
            <a:r>
              <a:rPr lang="it-IT" dirty="0"/>
              <a:t> up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53344AE7-8079-184D-9A1A-B84CAEDCB368}"/>
              </a:ext>
            </a:extLst>
          </p:cNvPr>
          <p:cNvSpPr/>
          <p:nvPr/>
        </p:nvSpPr>
        <p:spPr>
          <a:xfrm>
            <a:off x="6994926" y="1397670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206F3B0-78C6-6103-9036-2C86F520FEE7}"/>
              </a:ext>
            </a:extLst>
          </p:cNvPr>
          <p:cNvSpPr txBox="1"/>
          <p:nvPr/>
        </p:nvSpPr>
        <p:spPr>
          <a:xfrm>
            <a:off x="6994926" y="1553789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Login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ECFAE34-BC4A-E501-4973-C82C498D4DC8}"/>
              </a:ext>
            </a:extLst>
          </p:cNvPr>
          <p:cNvSpPr txBox="1"/>
          <p:nvPr/>
        </p:nvSpPr>
        <p:spPr>
          <a:xfrm>
            <a:off x="7089058" y="2487771"/>
            <a:ext cx="3421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Email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4E46DFCF-F8C2-AEC4-9464-41BD4EC308BE}"/>
              </a:ext>
            </a:extLst>
          </p:cNvPr>
          <p:cNvSpPr txBox="1"/>
          <p:nvPr/>
        </p:nvSpPr>
        <p:spPr>
          <a:xfrm>
            <a:off x="7089058" y="3472360"/>
            <a:ext cx="3421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Password</a:t>
            </a:r>
          </a:p>
        </p:txBody>
      </p:sp>
      <p:cxnSp>
        <p:nvCxnSpPr>
          <p:cNvPr id="21" name="Connettore diritto 20">
            <a:extLst>
              <a:ext uri="{FF2B5EF4-FFF2-40B4-BE49-F238E27FC236}">
                <a16:creationId xmlns:a16="http://schemas.microsoft.com/office/drawing/2014/main" id="{A7C6A16C-75B5-25B6-BFF4-D68BD48C1B3D}"/>
              </a:ext>
            </a:extLst>
          </p:cNvPr>
          <p:cNvCxnSpPr/>
          <p:nvPr/>
        </p:nvCxnSpPr>
        <p:spPr>
          <a:xfrm>
            <a:off x="1681316" y="1995948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7B97E787-9671-A749-8E9B-1D389518A339}"/>
              </a:ext>
            </a:extLst>
          </p:cNvPr>
          <p:cNvCxnSpPr>
            <a:cxnSpLocks/>
          </p:cNvCxnSpPr>
          <p:nvPr/>
        </p:nvCxnSpPr>
        <p:spPr>
          <a:xfrm>
            <a:off x="2620372" y="3668417"/>
            <a:ext cx="155833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C984BF07-7FFC-51FE-8B68-F52B2B6EFA4C}"/>
              </a:ext>
            </a:extLst>
          </p:cNvPr>
          <p:cNvCxnSpPr/>
          <p:nvPr/>
        </p:nvCxnSpPr>
        <p:spPr>
          <a:xfrm>
            <a:off x="7192297" y="2000864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ttangolo 27">
            <a:extLst>
              <a:ext uri="{FF2B5EF4-FFF2-40B4-BE49-F238E27FC236}">
                <a16:creationId xmlns:a16="http://schemas.microsoft.com/office/drawing/2014/main" id="{B91D3299-3353-EF4D-2126-69379F1219BE}"/>
              </a:ext>
            </a:extLst>
          </p:cNvPr>
          <p:cNvSpPr/>
          <p:nvPr/>
        </p:nvSpPr>
        <p:spPr>
          <a:xfrm>
            <a:off x="7223526" y="2873137"/>
            <a:ext cx="3200400" cy="31372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1160BAA6-4B73-9396-65D1-FD2E9FF66AC0}"/>
              </a:ext>
            </a:extLst>
          </p:cNvPr>
          <p:cNvSpPr/>
          <p:nvPr/>
        </p:nvSpPr>
        <p:spPr>
          <a:xfrm>
            <a:off x="7223526" y="3822915"/>
            <a:ext cx="3200400" cy="31372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676B874F-3865-4F53-30D2-0F645E9D0D05}"/>
              </a:ext>
            </a:extLst>
          </p:cNvPr>
          <p:cNvSpPr/>
          <p:nvPr/>
        </p:nvSpPr>
        <p:spPr>
          <a:xfrm>
            <a:off x="7934632" y="5427406"/>
            <a:ext cx="1799304" cy="533228"/>
          </a:xfrm>
          <a:prstGeom prst="round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AC43DA67-6487-3AB7-9501-5A91C3A528B1}"/>
              </a:ext>
            </a:extLst>
          </p:cNvPr>
          <p:cNvSpPr txBox="1"/>
          <p:nvPr/>
        </p:nvSpPr>
        <p:spPr>
          <a:xfrm>
            <a:off x="8141109" y="5507443"/>
            <a:ext cx="1386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Login</a:t>
            </a:r>
          </a:p>
        </p:txBody>
      </p:sp>
    </p:spTree>
    <p:extLst>
      <p:ext uri="{BB962C8B-B14F-4D97-AF65-F5344CB8AC3E}">
        <p14:creationId xmlns:p14="http://schemas.microsoft.com/office/powerpoint/2010/main" val="154228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A30FEB-A10A-8B46-94FC-0865F088C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2410F7D-3B27-DCB7-8630-0DD564366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356EA3-BA6A-0403-503F-748C82B53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19DCA54-5D73-7A0F-1078-1243B6B03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E7D209B-F8B5-4323-8AF9-43B4D3D06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Registered user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0E23BC-8C30-974A-A19F-DFCAA9D3A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4047DB-DBC8-8A50-BC53-BD7677143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8DA8004-111C-9C28-9A0B-646CCBE248D5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B035D522-9D21-74D4-047F-16F581C7547F}"/>
              </a:ext>
            </a:extLst>
          </p:cNvPr>
          <p:cNvSpPr/>
          <p:nvPr/>
        </p:nvSpPr>
        <p:spPr>
          <a:xfrm>
            <a:off x="1563329" y="1397670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6F3AC17-CD03-8949-6E3C-AC17605CA7C6}"/>
              </a:ext>
            </a:extLst>
          </p:cNvPr>
          <p:cNvSpPr txBox="1"/>
          <p:nvPr/>
        </p:nvSpPr>
        <p:spPr>
          <a:xfrm>
            <a:off x="1563329" y="1553789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Football social club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2698882-6CE7-405B-161B-E6FB408A57A2}"/>
              </a:ext>
            </a:extLst>
          </p:cNvPr>
          <p:cNvSpPr txBox="1"/>
          <p:nvPr/>
        </p:nvSpPr>
        <p:spPr>
          <a:xfrm>
            <a:off x="1681316" y="3206752"/>
            <a:ext cx="3421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Login</a:t>
            </a:r>
          </a:p>
          <a:p>
            <a:pPr algn="ctr"/>
            <a:endParaRPr lang="it-IT" dirty="0"/>
          </a:p>
          <a:p>
            <a:pPr algn="ctr"/>
            <a:r>
              <a:rPr lang="it-IT" dirty="0" err="1"/>
              <a:t>Sign</a:t>
            </a:r>
            <a:r>
              <a:rPr lang="it-IT" dirty="0"/>
              <a:t> up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C7551AFF-9B3A-2E47-1889-57BD879DF423}"/>
              </a:ext>
            </a:extLst>
          </p:cNvPr>
          <p:cNvSpPr/>
          <p:nvPr/>
        </p:nvSpPr>
        <p:spPr>
          <a:xfrm>
            <a:off x="6994926" y="1397670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4A1B66A-3C69-B65B-0D40-7EDEA83ACB69}"/>
              </a:ext>
            </a:extLst>
          </p:cNvPr>
          <p:cNvSpPr txBox="1"/>
          <p:nvPr/>
        </p:nvSpPr>
        <p:spPr>
          <a:xfrm>
            <a:off x="6994926" y="1553789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Login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50153B59-A907-C14B-7AE3-872A708132E2}"/>
              </a:ext>
            </a:extLst>
          </p:cNvPr>
          <p:cNvSpPr txBox="1"/>
          <p:nvPr/>
        </p:nvSpPr>
        <p:spPr>
          <a:xfrm>
            <a:off x="7089058" y="2487771"/>
            <a:ext cx="3421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Email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3E69056-DB0C-D05E-4EC3-B6D85FD2B720}"/>
              </a:ext>
            </a:extLst>
          </p:cNvPr>
          <p:cNvSpPr txBox="1"/>
          <p:nvPr/>
        </p:nvSpPr>
        <p:spPr>
          <a:xfrm>
            <a:off x="7089058" y="3472360"/>
            <a:ext cx="3421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Password</a:t>
            </a:r>
          </a:p>
        </p:txBody>
      </p:sp>
      <p:cxnSp>
        <p:nvCxnSpPr>
          <p:cNvPr id="21" name="Connettore diritto 20">
            <a:extLst>
              <a:ext uri="{FF2B5EF4-FFF2-40B4-BE49-F238E27FC236}">
                <a16:creationId xmlns:a16="http://schemas.microsoft.com/office/drawing/2014/main" id="{1949A50D-DF14-2BBB-90D3-2D24DF9E4ABF}"/>
              </a:ext>
            </a:extLst>
          </p:cNvPr>
          <p:cNvCxnSpPr/>
          <p:nvPr/>
        </p:nvCxnSpPr>
        <p:spPr>
          <a:xfrm>
            <a:off x="1681316" y="1995948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950CEF91-BA06-62C8-383F-29088E9D7D01}"/>
              </a:ext>
            </a:extLst>
          </p:cNvPr>
          <p:cNvCxnSpPr>
            <a:cxnSpLocks/>
          </p:cNvCxnSpPr>
          <p:nvPr/>
        </p:nvCxnSpPr>
        <p:spPr>
          <a:xfrm>
            <a:off x="2620372" y="3668417"/>
            <a:ext cx="155833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2E9B22AE-68CF-7076-1864-DA7C9F4DA9C4}"/>
              </a:ext>
            </a:extLst>
          </p:cNvPr>
          <p:cNvCxnSpPr/>
          <p:nvPr/>
        </p:nvCxnSpPr>
        <p:spPr>
          <a:xfrm>
            <a:off x="7192297" y="2000864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ttangolo 27">
            <a:extLst>
              <a:ext uri="{FF2B5EF4-FFF2-40B4-BE49-F238E27FC236}">
                <a16:creationId xmlns:a16="http://schemas.microsoft.com/office/drawing/2014/main" id="{1F746F05-DF08-4FEE-4B53-97FB70582651}"/>
              </a:ext>
            </a:extLst>
          </p:cNvPr>
          <p:cNvSpPr/>
          <p:nvPr/>
        </p:nvSpPr>
        <p:spPr>
          <a:xfrm>
            <a:off x="7223526" y="2873137"/>
            <a:ext cx="3200400" cy="31372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B47A762E-B880-8484-A33D-1D95EB4D3FDA}"/>
              </a:ext>
            </a:extLst>
          </p:cNvPr>
          <p:cNvSpPr/>
          <p:nvPr/>
        </p:nvSpPr>
        <p:spPr>
          <a:xfrm>
            <a:off x="7223526" y="3822915"/>
            <a:ext cx="3200400" cy="31372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12895CEB-5182-FB1E-9C86-E4166F7EC11A}"/>
              </a:ext>
            </a:extLst>
          </p:cNvPr>
          <p:cNvSpPr/>
          <p:nvPr/>
        </p:nvSpPr>
        <p:spPr>
          <a:xfrm>
            <a:off x="7934632" y="5427406"/>
            <a:ext cx="1799304" cy="533228"/>
          </a:xfrm>
          <a:prstGeom prst="round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CF3415FE-0FF8-6819-1353-D4A7B9325797}"/>
              </a:ext>
            </a:extLst>
          </p:cNvPr>
          <p:cNvSpPr txBox="1"/>
          <p:nvPr/>
        </p:nvSpPr>
        <p:spPr>
          <a:xfrm>
            <a:off x="8141109" y="5507443"/>
            <a:ext cx="1386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Login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941B457-1399-8B52-0AA4-8A9BCF04CA98}"/>
              </a:ext>
            </a:extLst>
          </p:cNvPr>
          <p:cNvSpPr txBox="1"/>
          <p:nvPr/>
        </p:nvSpPr>
        <p:spPr>
          <a:xfrm>
            <a:off x="8273845" y="6235106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api/login</a:t>
            </a:r>
          </a:p>
        </p:txBody>
      </p:sp>
      <p:sp>
        <p:nvSpPr>
          <p:cNvPr id="7" name="Freccia in giù 6">
            <a:extLst>
              <a:ext uri="{FF2B5EF4-FFF2-40B4-BE49-F238E27FC236}">
                <a16:creationId xmlns:a16="http://schemas.microsoft.com/office/drawing/2014/main" id="{63D2904E-2588-B57F-22C3-0EA4A25975F1}"/>
              </a:ext>
            </a:extLst>
          </p:cNvPr>
          <p:cNvSpPr/>
          <p:nvPr/>
        </p:nvSpPr>
        <p:spPr>
          <a:xfrm rot="10800000">
            <a:off x="8726129" y="5903102"/>
            <a:ext cx="147484" cy="3412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1608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6E08D6-75F0-06B7-C0BE-0AA61BF6A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144508-E5ED-6C3B-0E70-0EF6EC3B2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599BED-A7D5-F922-57CB-961EA85BA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7B1C8C0-20A9-BA7D-08A0-B8C6AFC778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F0E4F35-BE0E-5E83-E825-EBA1C8D97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Registered user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D7C369-F36B-3471-E899-5BC6A2635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3A39A8-A42E-B85A-A35E-593A4372B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D71D798C-DAA0-F810-FF9C-236B4E06C9DE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AEFBF993-B101-F03C-1129-22C141F43F9E}"/>
              </a:ext>
            </a:extLst>
          </p:cNvPr>
          <p:cNvSpPr/>
          <p:nvPr/>
        </p:nvSpPr>
        <p:spPr>
          <a:xfrm>
            <a:off x="4267200" y="1397670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3E30F50-FC27-6AB9-1BA4-3B31E13A479B}"/>
              </a:ext>
            </a:extLst>
          </p:cNvPr>
          <p:cNvSpPr txBox="1"/>
          <p:nvPr/>
        </p:nvSpPr>
        <p:spPr>
          <a:xfrm>
            <a:off x="4267200" y="1553789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Recover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password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C0E4247-DB07-3078-F414-3F1797A7B9EA}"/>
              </a:ext>
            </a:extLst>
          </p:cNvPr>
          <p:cNvSpPr txBox="1"/>
          <p:nvPr/>
        </p:nvSpPr>
        <p:spPr>
          <a:xfrm>
            <a:off x="4361332" y="2487771"/>
            <a:ext cx="3421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Email</a:t>
            </a:r>
          </a:p>
        </p:txBody>
      </p: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8AF16DE3-0241-6676-7F9F-DBD85F18919E}"/>
              </a:ext>
            </a:extLst>
          </p:cNvPr>
          <p:cNvCxnSpPr/>
          <p:nvPr/>
        </p:nvCxnSpPr>
        <p:spPr>
          <a:xfrm>
            <a:off x="4464571" y="2000864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ttangolo 27">
            <a:extLst>
              <a:ext uri="{FF2B5EF4-FFF2-40B4-BE49-F238E27FC236}">
                <a16:creationId xmlns:a16="http://schemas.microsoft.com/office/drawing/2014/main" id="{DFA35B11-98E3-4066-6665-44EAC60C9CE4}"/>
              </a:ext>
            </a:extLst>
          </p:cNvPr>
          <p:cNvSpPr/>
          <p:nvPr/>
        </p:nvSpPr>
        <p:spPr>
          <a:xfrm>
            <a:off x="4495800" y="2873137"/>
            <a:ext cx="3200400" cy="31372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9BE2DC4F-A6CE-E1CA-645A-D3AFF3E45C97}"/>
              </a:ext>
            </a:extLst>
          </p:cNvPr>
          <p:cNvSpPr/>
          <p:nvPr/>
        </p:nvSpPr>
        <p:spPr>
          <a:xfrm>
            <a:off x="5206906" y="5427406"/>
            <a:ext cx="1799304" cy="533228"/>
          </a:xfrm>
          <a:prstGeom prst="round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84A56369-4C6B-24D5-36ED-2329480DDBF2}"/>
              </a:ext>
            </a:extLst>
          </p:cNvPr>
          <p:cNvSpPr txBox="1"/>
          <p:nvPr/>
        </p:nvSpPr>
        <p:spPr>
          <a:xfrm>
            <a:off x="5413383" y="5507443"/>
            <a:ext cx="1386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Recover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69697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1B4A17-8C27-2B34-94B6-1105360B5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196C41-8B5E-0E47-E076-5F19FAA45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3267C4-710C-C880-6B74-C492E75AD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335A630-4F1D-780F-955C-AD2A2516B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F93DC0C-68CA-ACEB-981A-8CB2DF7A1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User logged 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E84A74-283B-1BFC-15DC-4ADEAC45C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6EEDBE-142E-9DC3-5FC9-C82D4F253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03EFB79-2FFA-A8AA-2873-1959FDEB9A4C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C6509005-BB3D-D132-2FAA-17FE75028550}"/>
              </a:ext>
            </a:extLst>
          </p:cNvPr>
          <p:cNvSpPr/>
          <p:nvPr/>
        </p:nvSpPr>
        <p:spPr>
          <a:xfrm>
            <a:off x="1848465" y="1444858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8AD971A-A13D-845E-A768-6DB0FE538B4D}"/>
              </a:ext>
            </a:extLst>
          </p:cNvPr>
          <p:cNvSpPr txBox="1"/>
          <p:nvPr/>
        </p:nvSpPr>
        <p:spPr>
          <a:xfrm>
            <a:off x="1848465" y="1600977"/>
            <a:ext cx="148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Nickname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6840B06-3447-1B41-D744-49C09D9B5E75}"/>
              </a:ext>
            </a:extLst>
          </p:cNvPr>
          <p:cNvSpPr txBox="1"/>
          <p:nvPr/>
        </p:nvSpPr>
        <p:spPr>
          <a:xfrm>
            <a:off x="1942597" y="5420316"/>
            <a:ext cx="1302049" cy="646331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Followers 192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12049DDD-C8FA-5B35-A27E-D2E3E22307EC}"/>
              </a:ext>
            </a:extLst>
          </p:cNvPr>
          <p:cNvSpPr txBox="1"/>
          <p:nvPr/>
        </p:nvSpPr>
        <p:spPr>
          <a:xfrm>
            <a:off x="3845139" y="2332862"/>
            <a:ext cx="1484671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My </a:t>
            </a:r>
            <a:r>
              <a:rPr lang="it-IT" dirty="0" err="1"/>
              <a:t>articles</a:t>
            </a:r>
            <a:endParaRPr lang="it-IT" dirty="0"/>
          </a:p>
        </p:txBody>
      </p: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CB2BEBD2-B309-E0EA-028B-70B14FA23E2E}"/>
              </a:ext>
            </a:extLst>
          </p:cNvPr>
          <p:cNvCxnSpPr/>
          <p:nvPr/>
        </p:nvCxnSpPr>
        <p:spPr>
          <a:xfrm>
            <a:off x="2045836" y="2048052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9D6EB6B-3211-827D-D97E-CB882107454B}"/>
              </a:ext>
            </a:extLst>
          </p:cNvPr>
          <p:cNvSpPr txBox="1"/>
          <p:nvPr/>
        </p:nvSpPr>
        <p:spPr>
          <a:xfrm>
            <a:off x="4021397" y="1595745"/>
            <a:ext cx="1308414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Settings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E183F3E-63F6-C26A-84E3-07C8C2F37D8F}"/>
              </a:ext>
            </a:extLst>
          </p:cNvPr>
          <p:cNvSpPr txBox="1"/>
          <p:nvPr/>
        </p:nvSpPr>
        <p:spPr>
          <a:xfrm>
            <a:off x="4009470" y="5427547"/>
            <a:ext cx="1320340" cy="646331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Followings</a:t>
            </a:r>
            <a:r>
              <a:rPr lang="it-IT" dirty="0"/>
              <a:t> 235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08603963-7DB6-7DBA-E68F-BF52E23964DA}"/>
              </a:ext>
            </a:extLst>
          </p:cNvPr>
          <p:cNvSpPr txBox="1"/>
          <p:nvPr/>
        </p:nvSpPr>
        <p:spPr>
          <a:xfrm>
            <a:off x="1938390" y="2343781"/>
            <a:ext cx="1484671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My Team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6E5B8713-15F3-9754-773E-0079E01092B2}"/>
              </a:ext>
            </a:extLst>
          </p:cNvPr>
          <p:cNvSpPr txBox="1"/>
          <p:nvPr/>
        </p:nvSpPr>
        <p:spPr>
          <a:xfrm>
            <a:off x="2808163" y="4497021"/>
            <a:ext cx="1810376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New </a:t>
            </a:r>
            <a:r>
              <a:rPr lang="it-IT" dirty="0" err="1"/>
              <a:t>article</a:t>
            </a:r>
            <a:endParaRPr lang="it-IT" dirty="0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A6F4748-E117-3245-3783-BA32B9BBFA33}"/>
              </a:ext>
            </a:extLst>
          </p:cNvPr>
          <p:cNvSpPr txBox="1"/>
          <p:nvPr/>
        </p:nvSpPr>
        <p:spPr>
          <a:xfrm>
            <a:off x="2808163" y="3842880"/>
            <a:ext cx="1810376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Search</a:t>
            </a:r>
            <a:endParaRPr lang="it-IT" dirty="0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6B7214DE-F400-722A-AFEA-4200763C02A7}"/>
              </a:ext>
            </a:extLst>
          </p:cNvPr>
          <p:cNvSpPr/>
          <p:nvPr/>
        </p:nvSpPr>
        <p:spPr>
          <a:xfrm>
            <a:off x="6591803" y="1444858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685145D5-0F18-5403-DD77-21F211B731EA}"/>
              </a:ext>
            </a:extLst>
          </p:cNvPr>
          <p:cNvSpPr txBox="1"/>
          <p:nvPr/>
        </p:nvSpPr>
        <p:spPr>
          <a:xfrm>
            <a:off x="6789174" y="2337042"/>
            <a:ext cx="2355338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Change</a:t>
            </a:r>
            <a:r>
              <a:rPr lang="it-IT" dirty="0"/>
              <a:t> password</a:t>
            </a:r>
          </a:p>
        </p:txBody>
      </p: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0654173F-EAD7-8B53-4B13-59F547283A73}"/>
              </a:ext>
            </a:extLst>
          </p:cNvPr>
          <p:cNvCxnSpPr/>
          <p:nvPr/>
        </p:nvCxnSpPr>
        <p:spPr>
          <a:xfrm>
            <a:off x="6789174" y="2048052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4352B522-9B7A-9108-02E2-1F39E5649D8A}"/>
              </a:ext>
            </a:extLst>
          </p:cNvPr>
          <p:cNvSpPr txBox="1"/>
          <p:nvPr/>
        </p:nvSpPr>
        <p:spPr>
          <a:xfrm>
            <a:off x="7659841" y="1586138"/>
            <a:ext cx="148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Settings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9FB09895-EDBF-B64E-9BFF-300F1EEC8C04}"/>
              </a:ext>
            </a:extLst>
          </p:cNvPr>
          <p:cNvSpPr txBox="1"/>
          <p:nvPr/>
        </p:nvSpPr>
        <p:spPr>
          <a:xfrm>
            <a:off x="7253492" y="5566046"/>
            <a:ext cx="2355338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Log out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338FC38-EE43-94DE-2B19-F2F99E790285}"/>
              </a:ext>
            </a:extLst>
          </p:cNvPr>
          <p:cNvSpPr txBox="1"/>
          <p:nvPr/>
        </p:nvSpPr>
        <p:spPr>
          <a:xfrm>
            <a:off x="6573376" y="6247092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api/logout</a:t>
            </a:r>
          </a:p>
        </p:txBody>
      </p:sp>
    </p:spTree>
    <p:extLst>
      <p:ext uri="{BB962C8B-B14F-4D97-AF65-F5344CB8AC3E}">
        <p14:creationId xmlns:p14="http://schemas.microsoft.com/office/powerpoint/2010/main" val="2306470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67ADA-E0C9-3716-5E39-10A399127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4020AD8-A981-D1BB-AF42-E5F77BE4A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6AE69B-5201-7A97-0DE7-27ADA7055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F9EFDAC-B0FB-2A35-3AFC-B720D6E60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6133AAC-A547-23BA-E95D-7B0DA2FE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User logged 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A9C689-CEF4-1C7B-2F1C-9CF251E68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023FF7-1391-F42E-7B2C-F6CAF4A0C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7256CC75-3DE7-3EFD-CD69-675F960CF13F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6F09DA74-0B5A-AE5C-EEDE-AF41E5A8171C}"/>
              </a:ext>
            </a:extLst>
          </p:cNvPr>
          <p:cNvSpPr/>
          <p:nvPr/>
        </p:nvSpPr>
        <p:spPr>
          <a:xfrm>
            <a:off x="1848465" y="1444858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40897F4-B5F3-D8A2-4337-82DE68DC3A6B}"/>
              </a:ext>
            </a:extLst>
          </p:cNvPr>
          <p:cNvSpPr txBox="1"/>
          <p:nvPr/>
        </p:nvSpPr>
        <p:spPr>
          <a:xfrm>
            <a:off x="1848465" y="1600977"/>
            <a:ext cx="148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Nickname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553C7C3-565D-8B55-7146-B229F06C3A92}"/>
              </a:ext>
            </a:extLst>
          </p:cNvPr>
          <p:cNvSpPr txBox="1"/>
          <p:nvPr/>
        </p:nvSpPr>
        <p:spPr>
          <a:xfrm>
            <a:off x="1942597" y="5420316"/>
            <a:ext cx="1302049" cy="646331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Followers 192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E3C3CFBB-0047-1480-7651-B0F657BFBB0D}"/>
              </a:ext>
            </a:extLst>
          </p:cNvPr>
          <p:cNvSpPr txBox="1"/>
          <p:nvPr/>
        </p:nvSpPr>
        <p:spPr>
          <a:xfrm>
            <a:off x="3845139" y="2332862"/>
            <a:ext cx="1484671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My </a:t>
            </a:r>
            <a:r>
              <a:rPr lang="it-IT" dirty="0" err="1"/>
              <a:t>articles</a:t>
            </a:r>
            <a:endParaRPr lang="it-IT" dirty="0"/>
          </a:p>
        </p:txBody>
      </p: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87CD7796-4642-3016-5A7C-00010F6D6619}"/>
              </a:ext>
            </a:extLst>
          </p:cNvPr>
          <p:cNvCxnSpPr/>
          <p:nvPr/>
        </p:nvCxnSpPr>
        <p:spPr>
          <a:xfrm>
            <a:off x="2045836" y="2048052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2DD1B5C-F5C9-1011-7C12-84280F8A4E79}"/>
              </a:ext>
            </a:extLst>
          </p:cNvPr>
          <p:cNvSpPr txBox="1"/>
          <p:nvPr/>
        </p:nvSpPr>
        <p:spPr>
          <a:xfrm>
            <a:off x="4021397" y="1595745"/>
            <a:ext cx="1308414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Settings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5FC3EDB-DE72-DBBE-7887-05F73B2E8304}"/>
              </a:ext>
            </a:extLst>
          </p:cNvPr>
          <p:cNvSpPr txBox="1"/>
          <p:nvPr/>
        </p:nvSpPr>
        <p:spPr>
          <a:xfrm>
            <a:off x="4009470" y="5427547"/>
            <a:ext cx="1320340" cy="646331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Followings</a:t>
            </a:r>
            <a:r>
              <a:rPr lang="it-IT" dirty="0"/>
              <a:t> 235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B81E3C82-BDBD-EC01-A306-0CA4D7BFE7E4}"/>
              </a:ext>
            </a:extLst>
          </p:cNvPr>
          <p:cNvSpPr txBox="1"/>
          <p:nvPr/>
        </p:nvSpPr>
        <p:spPr>
          <a:xfrm>
            <a:off x="1938390" y="2343781"/>
            <a:ext cx="1484671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My Team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8A41111D-A3AC-2A24-9E3C-80D7B0549170}"/>
              </a:ext>
            </a:extLst>
          </p:cNvPr>
          <p:cNvSpPr txBox="1"/>
          <p:nvPr/>
        </p:nvSpPr>
        <p:spPr>
          <a:xfrm>
            <a:off x="2808163" y="4497021"/>
            <a:ext cx="1810376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New </a:t>
            </a:r>
            <a:r>
              <a:rPr lang="it-IT" dirty="0" err="1"/>
              <a:t>article</a:t>
            </a:r>
            <a:endParaRPr lang="it-IT" dirty="0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687ABEDA-7379-6FA1-A27F-1ACF910F0BAC}"/>
              </a:ext>
            </a:extLst>
          </p:cNvPr>
          <p:cNvSpPr txBox="1"/>
          <p:nvPr/>
        </p:nvSpPr>
        <p:spPr>
          <a:xfrm>
            <a:off x="2808163" y="3842880"/>
            <a:ext cx="1810376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Search</a:t>
            </a:r>
            <a:endParaRPr lang="it-IT" dirty="0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3148E8A2-1E9B-9237-C962-BBB39B9EC44B}"/>
              </a:ext>
            </a:extLst>
          </p:cNvPr>
          <p:cNvSpPr/>
          <p:nvPr/>
        </p:nvSpPr>
        <p:spPr>
          <a:xfrm>
            <a:off x="6591803" y="1444858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352ABF2C-DC81-090C-7E6B-99FCC2B7EC6E}"/>
              </a:ext>
            </a:extLst>
          </p:cNvPr>
          <p:cNvSpPr txBox="1"/>
          <p:nvPr/>
        </p:nvSpPr>
        <p:spPr>
          <a:xfrm>
            <a:off x="6789174" y="2337042"/>
            <a:ext cx="2355338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Change</a:t>
            </a:r>
            <a:r>
              <a:rPr lang="it-IT" dirty="0"/>
              <a:t> password</a:t>
            </a:r>
          </a:p>
        </p:txBody>
      </p: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CD27231B-0A81-1E3B-DCDE-5C189FAC95EB}"/>
              </a:ext>
            </a:extLst>
          </p:cNvPr>
          <p:cNvCxnSpPr/>
          <p:nvPr/>
        </p:nvCxnSpPr>
        <p:spPr>
          <a:xfrm>
            <a:off x="6789174" y="2048052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184BB5B1-D32E-071E-18FC-32B848E1DEB1}"/>
              </a:ext>
            </a:extLst>
          </p:cNvPr>
          <p:cNvSpPr txBox="1"/>
          <p:nvPr/>
        </p:nvSpPr>
        <p:spPr>
          <a:xfrm>
            <a:off x="7659841" y="1586138"/>
            <a:ext cx="148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Settings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D185DEEE-8F59-8A42-18D1-B163375A4C83}"/>
              </a:ext>
            </a:extLst>
          </p:cNvPr>
          <p:cNvSpPr txBox="1"/>
          <p:nvPr/>
        </p:nvSpPr>
        <p:spPr>
          <a:xfrm>
            <a:off x="7253492" y="5566046"/>
            <a:ext cx="2355338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Log out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630A821-805F-C275-8B90-9872451D309D}"/>
              </a:ext>
            </a:extLst>
          </p:cNvPr>
          <p:cNvSpPr txBox="1"/>
          <p:nvPr/>
        </p:nvSpPr>
        <p:spPr>
          <a:xfrm>
            <a:off x="7792143" y="6364588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api/logout</a:t>
            </a:r>
          </a:p>
        </p:txBody>
      </p:sp>
      <p:sp>
        <p:nvSpPr>
          <p:cNvPr id="9" name="Freccia in giù 8">
            <a:extLst>
              <a:ext uri="{FF2B5EF4-FFF2-40B4-BE49-F238E27FC236}">
                <a16:creationId xmlns:a16="http://schemas.microsoft.com/office/drawing/2014/main" id="{F72EE36A-ADC3-96D9-A987-697464272847}"/>
              </a:ext>
            </a:extLst>
          </p:cNvPr>
          <p:cNvSpPr/>
          <p:nvPr/>
        </p:nvSpPr>
        <p:spPr>
          <a:xfrm>
            <a:off x="3585310" y="3558070"/>
            <a:ext cx="147484" cy="2207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264DD1D-65B9-6348-6DBE-FEC47779D705}"/>
              </a:ext>
            </a:extLst>
          </p:cNvPr>
          <p:cNvSpPr txBox="1"/>
          <p:nvPr/>
        </p:nvSpPr>
        <p:spPr>
          <a:xfrm>
            <a:off x="2971015" y="3197459"/>
            <a:ext cx="148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search</a:t>
            </a:r>
            <a:endParaRPr lang="it-IT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0B686167-428E-A270-4503-4AB29427FD24}"/>
              </a:ext>
            </a:extLst>
          </p:cNvPr>
          <p:cNvSpPr txBox="1"/>
          <p:nvPr/>
        </p:nvSpPr>
        <p:spPr>
          <a:xfrm>
            <a:off x="2990458" y="5072357"/>
            <a:ext cx="1752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newArticle</a:t>
            </a:r>
            <a:endParaRPr lang="it-IT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2" name="Freccia in giù 21">
            <a:extLst>
              <a:ext uri="{FF2B5EF4-FFF2-40B4-BE49-F238E27FC236}">
                <a16:creationId xmlns:a16="http://schemas.microsoft.com/office/drawing/2014/main" id="{26F3FD7E-C63B-336A-801F-AE7E68023E51}"/>
              </a:ext>
            </a:extLst>
          </p:cNvPr>
          <p:cNvSpPr/>
          <p:nvPr/>
        </p:nvSpPr>
        <p:spPr>
          <a:xfrm rot="10800000">
            <a:off x="3603523" y="4917474"/>
            <a:ext cx="129271" cy="2336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Freccia in giù 24">
            <a:extLst>
              <a:ext uri="{FF2B5EF4-FFF2-40B4-BE49-F238E27FC236}">
                <a16:creationId xmlns:a16="http://schemas.microsoft.com/office/drawing/2014/main" id="{185B40B7-E6D8-3F41-9465-FF654B5EF4BC}"/>
              </a:ext>
            </a:extLst>
          </p:cNvPr>
          <p:cNvSpPr/>
          <p:nvPr/>
        </p:nvSpPr>
        <p:spPr>
          <a:xfrm rot="14413855">
            <a:off x="1765923" y="2689503"/>
            <a:ext cx="147484" cy="3412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E3F77220-E0AE-0517-4B46-10A92196099F}"/>
              </a:ext>
            </a:extLst>
          </p:cNvPr>
          <p:cNvSpPr txBox="1"/>
          <p:nvPr/>
        </p:nvSpPr>
        <p:spPr>
          <a:xfrm>
            <a:off x="170788" y="2963836"/>
            <a:ext cx="1707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showMyTeam</a:t>
            </a:r>
            <a:endParaRPr lang="it-IT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C3150746-31C2-079C-EC14-A305194137D9}"/>
              </a:ext>
            </a:extLst>
          </p:cNvPr>
          <p:cNvSpPr txBox="1"/>
          <p:nvPr/>
        </p:nvSpPr>
        <p:spPr>
          <a:xfrm>
            <a:off x="3508542" y="2900050"/>
            <a:ext cx="1821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showMyArticles</a:t>
            </a:r>
            <a:endParaRPr lang="it-IT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0" name="Freccia in giù 29">
            <a:extLst>
              <a:ext uri="{FF2B5EF4-FFF2-40B4-BE49-F238E27FC236}">
                <a16:creationId xmlns:a16="http://schemas.microsoft.com/office/drawing/2014/main" id="{F097F895-060C-0620-E845-BE5F83E98D89}"/>
              </a:ext>
            </a:extLst>
          </p:cNvPr>
          <p:cNvSpPr/>
          <p:nvPr/>
        </p:nvSpPr>
        <p:spPr>
          <a:xfrm rot="12675345">
            <a:off x="4306911" y="2725904"/>
            <a:ext cx="147484" cy="2207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Freccia in giù 30">
            <a:extLst>
              <a:ext uri="{FF2B5EF4-FFF2-40B4-BE49-F238E27FC236}">
                <a16:creationId xmlns:a16="http://schemas.microsoft.com/office/drawing/2014/main" id="{5A124051-9DAB-8864-0694-4417E0F6C3F1}"/>
              </a:ext>
            </a:extLst>
          </p:cNvPr>
          <p:cNvSpPr/>
          <p:nvPr/>
        </p:nvSpPr>
        <p:spPr>
          <a:xfrm rot="14413855">
            <a:off x="1821789" y="5874042"/>
            <a:ext cx="147484" cy="3412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B8EE1174-F7E8-8D5F-63DF-40E60711F706}"/>
              </a:ext>
            </a:extLst>
          </p:cNvPr>
          <p:cNvSpPr txBox="1"/>
          <p:nvPr/>
        </p:nvSpPr>
        <p:spPr>
          <a:xfrm>
            <a:off x="146344" y="6181889"/>
            <a:ext cx="2065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showMyFollowers</a:t>
            </a:r>
            <a:endParaRPr lang="it-IT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6" name="Freccia in giù 35">
            <a:extLst>
              <a:ext uri="{FF2B5EF4-FFF2-40B4-BE49-F238E27FC236}">
                <a16:creationId xmlns:a16="http://schemas.microsoft.com/office/drawing/2014/main" id="{CD0DF471-7086-A8BF-A3AB-EE7B6717914D}"/>
              </a:ext>
            </a:extLst>
          </p:cNvPr>
          <p:cNvSpPr/>
          <p:nvPr/>
        </p:nvSpPr>
        <p:spPr>
          <a:xfrm rot="8347272">
            <a:off x="5058770" y="5938859"/>
            <a:ext cx="147484" cy="3412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946EF242-4A21-E12D-6D15-A0B8CB51716F}"/>
              </a:ext>
            </a:extLst>
          </p:cNvPr>
          <p:cNvSpPr txBox="1"/>
          <p:nvPr/>
        </p:nvSpPr>
        <p:spPr>
          <a:xfrm>
            <a:off x="4296853" y="6272731"/>
            <a:ext cx="2153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showMyFollowings</a:t>
            </a:r>
            <a:endParaRPr lang="it-IT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Freccia in giù 37">
            <a:extLst>
              <a:ext uri="{FF2B5EF4-FFF2-40B4-BE49-F238E27FC236}">
                <a16:creationId xmlns:a16="http://schemas.microsoft.com/office/drawing/2014/main" id="{05381DD2-99F0-3FAB-D370-077B1094527E}"/>
              </a:ext>
            </a:extLst>
          </p:cNvPr>
          <p:cNvSpPr/>
          <p:nvPr/>
        </p:nvSpPr>
        <p:spPr>
          <a:xfrm rot="10800000">
            <a:off x="8346861" y="5994407"/>
            <a:ext cx="147484" cy="3412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0348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F67DE0-40E5-1084-871B-2A01BBA6E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0BF4185-BE03-5380-F73B-D3EF8336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3CC871-35B7-FF8B-3EDF-74BD2F17C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C342951-03E1-9526-4AC6-832AA08C0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AFE3776-DD3F-7CF2-73AA-C7FB96E07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User logged 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A35D8C-D457-BDBC-539A-286241EF3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456486-C171-2775-1E90-8DAE63B0E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E8925790-5468-BF37-B4C3-148171BC12C2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2A6B2277-5C09-8FDE-CB12-7A6F06A34693}"/>
              </a:ext>
            </a:extLst>
          </p:cNvPr>
          <p:cNvSpPr/>
          <p:nvPr/>
        </p:nvSpPr>
        <p:spPr>
          <a:xfrm>
            <a:off x="869429" y="1397670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C659C21F-CF7D-7EA2-618D-5C7C1B9610FD}"/>
              </a:ext>
            </a:extLst>
          </p:cNvPr>
          <p:cNvSpPr txBox="1"/>
          <p:nvPr/>
        </p:nvSpPr>
        <p:spPr>
          <a:xfrm>
            <a:off x="1562228" y="5483370"/>
            <a:ext cx="2355338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Change</a:t>
            </a:r>
            <a:r>
              <a:rPr lang="it-IT" dirty="0"/>
              <a:t> password</a:t>
            </a:r>
          </a:p>
        </p:txBody>
      </p: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CF3D22C5-ACD5-729A-2D15-86DCFE81A736}"/>
              </a:ext>
            </a:extLst>
          </p:cNvPr>
          <p:cNvCxnSpPr/>
          <p:nvPr/>
        </p:nvCxnSpPr>
        <p:spPr>
          <a:xfrm>
            <a:off x="1066800" y="2000864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F02A688E-C186-AD43-DF7D-DFA76E5D5D61}"/>
              </a:ext>
            </a:extLst>
          </p:cNvPr>
          <p:cNvSpPr txBox="1"/>
          <p:nvPr/>
        </p:nvSpPr>
        <p:spPr>
          <a:xfrm>
            <a:off x="1066800" y="1538950"/>
            <a:ext cx="3283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Changing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password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4CE96CF-0C1E-A17C-2A10-34C267337633}"/>
              </a:ext>
            </a:extLst>
          </p:cNvPr>
          <p:cNvSpPr txBox="1"/>
          <p:nvPr/>
        </p:nvSpPr>
        <p:spPr>
          <a:xfrm>
            <a:off x="1066800" y="2137194"/>
            <a:ext cx="3283973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Type</a:t>
            </a:r>
            <a:r>
              <a:rPr lang="it-IT" dirty="0"/>
              <a:t> </a:t>
            </a:r>
            <a:r>
              <a:rPr lang="it-IT" dirty="0" err="1"/>
              <a:t>current</a:t>
            </a:r>
            <a:r>
              <a:rPr lang="it-IT" dirty="0"/>
              <a:t> password…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9C38AEB3-0986-C6F1-F269-FE082D917759}"/>
              </a:ext>
            </a:extLst>
          </p:cNvPr>
          <p:cNvSpPr txBox="1"/>
          <p:nvPr/>
        </p:nvSpPr>
        <p:spPr>
          <a:xfrm>
            <a:off x="1066800" y="2912689"/>
            <a:ext cx="3283973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New password…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E06AAC07-985D-7B6C-8BB7-CF431A8A23D6}"/>
              </a:ext>
            </a:extLst>
          </p:cNvPr>
          <p:cNvSpPr txBox="1"/>
          <p:nvPr/>
        </p:nvSpPr>
        <p:spPr>
          <a:xfrm>
            <a:off x="1056242" y="3761966"/>
            <a:ext cx="3283973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Repeat</a:t>
            </a:r>
            <a:r>
              <a:rPr lang="it-IT" dirty="0"/>
              <a:t> new password…</a:t>
            </a:r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7D501A35-5A56-B84E-3FD3-7014AE2EF194}"/>
              </a:ext>
            </a:extLst>
          </p:cNvPr>
          <p:cNvSpPr/>
          <p:nvPr/>
        </p:nvSpPr>
        <p:spPr>
          <a:xfrm>
            <a:off x="6775514" y="1407140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22E81809-3D09-4AF3-354F-7C0C3CC9678A}"/>
              </a:ext>
            </a:extLst>
          </p:cNvPr>
          <p:cNvSpPr txBox="1"/>
          <p:nvPr/>
        </p:nvSpPr>
        <p:spPr>
          <a:xfrm>
            <a:off x="7468313" y="5492840"/>
            <a:ext cx="2355338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Change</a:t>
            </a:r>
            <a:r>
              <a:rPr lang="it-IT" dirty="0"/>
              <a:t> password</a:t>
            </a:r>
          </a:p>
        </p:txBody>
      </p:sp>
      <p:cxnSp>
        <p:nvCxnSpPr>
          <p:cNvPr id="43" name="Connettore diritto 42">
            <a:extLst>
              <a:ext uri="{FF2B5EF4-FFF2-40B4-BE49-F238E27FC236}">
                <a16:creationId xmlns:a16="http://schemas.microsoft.com/office/drawing/2014/main" id="{E374122F-C662-33B8-E422-621CA849ECED}"/>
              </a:ext>
            </a:extLst>
          </p:cNvPr>
          <p:cNvCxnSpPr/>
          <p:nvPr/>
        </p:nvCxnSpPr>
        <p:spPr>
          <a:xfrm>
            <a:off x="6972885" y="2010334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E0B154F2-FA30-0953-906A-594DDA469F47}"/>
              </a:ext>
            </a:extLst>
          </p:cNvPr>
          <p:cNvSpPr txBox="1"/>
          <p:nvPr/>
        </p:nvSpPr>
        <p:spPr>
          <a:xfrm>
            <a:off x="6972885" y="1548420"/>
            <a:ext cx="3283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Changing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password</a:t>
            </a: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DAE870A9-E31A-EFE7-D2E0-97DDC7A79206}"/>
              </a:ext>
            </a:extLst>
          </p:cNvPr>
          <p:cNvSpPr txBox="1"/>
          <p:nvPr/>
        </p:nvSpPr>
        <p:spPr>
          <a:xfrm>
            <a:off x="6775514" y="6283606"/>
            <a:ext cx="411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profileSettings</a:t>
            </a:r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changePassword</a:t>
            </a:r>
            <a:endParaRPr lang="it-IT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Freccia in giù 45">
            <a:extLst>
              <a:ext uri="{FF2B5EF4-FFF2-40B4-BE49-F238E27FC236}">
                <a16:creationId xmlns:a16="http://schemas.microsoft.com/office/drawing/2014/main" id="{4B1F9694-E4A4-FFC2-7144-16C74E842A3C}"/>
              </a:ext>
            </a:extLst>
          </p:cNvPr>
          <p:cNvSpPr/>
          <p:nvPr/>
        </p:nvSpPr>
        <p:spPr>
          <a:xfrm rot="10800000">
            <a:off x="8530572" y="5956689"/>
            <a:ext cx="147484" cy="3412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E17EEEC9-7DB2-4C68-EDE9-DF2FE7F17FBC}"/>
              </a:ext>
            </a:extLst>
          </p:cNvPr>
          <p:cNvSpPr txBox="1"/>
          <p:nvPr/>
        </p:nvSpPr>
        <p:spPr>
          <a:xfrm>
            <a:off x="6972885" y="2146664"/>
            <a:ext cx="3283973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Type</a:t>
            </a:r>
            <a:r>
              <a:rPr lang="it-IT" dirty="0"/>
              <a:t> </a:t>
            </a:r>
            <a:r>
              <a:rPr lang="it-IT" dirty="0" err="1"/>
              <a:t>current</a:t>
            </a:r>
            <a:r>
              <a:rPr lang="it-IT" dirty="0"/>
              <a:t> password…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9B9853A8-98E1-5FD8-2576-69CB952DE989}"/>
              </a:ext>
            </a:extLst>
          </p:cNvPr>
          <p:cNvSpPr txBox="1"/>
          <p:nvPr/>
        </p:nvSpPr>
        <p:spPr>
          <a:xfrm>
            <a:off x="6972885" y="2922159"/>
            <a:ext cx="3283973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New password…</a:t>
            </a: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40457DBC-7B9E-4273-86B3-2B2E713093F1}"/>
              </a:ext>
            </a:extLst>
          </p:cNvPr>
          <p:cNvSpPr txBox="1"/>
          <p:nvPr/>
        </p:nvSpPr>
        <p:spPr>
          <a:xfrm>
            <a:off x="6962327" y="3771436"/>
            <a:ext cx="3283973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Repeat</a:t>
            </a:r>
            <a:r>
              <a:rPr lang="it-IT" dirty="0"/>
              <a:t> new password…</a:t>
            </a:r>
          </a:p>
        </p:txBody>
      </p:sp>
    </p:spTree>
    <p:extLst>
      <p:ext uri="{BB962C8B-B14F-4D97-AF65-F5344CB8AC3E}">
        <p14:creationId xmlns:p14="http://schemas.microsoft.com/office/powerpoint/2010/main" val="125632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7F6160-6984-7736-B8F1-4EA4D4141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FEC4319-55B8-20CE-A413-23C00CA78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4B9EE4-E678-455A-3FD1-4CC0BDE55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93D4BF5-3FD6-8CDC-8F23-1D2D4BDC0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2076C62-3F7B-7938-C03A-D7E3AB5C9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User logged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E59282-B065-022B-23B2-47BEB765D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DFB43E-6A23-C033-0283-B873F0907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833B552C-5733-E964-3EF7-52B220CE5654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D8EB62CA-0D4D-40E0-250E-489092F063F0}"/>
              </a:ext>
            </a:extLst>
          </p:cNvPr>
          <p:cNvSpPr/>
          <p:nvPr/>
        </p:nvSpPr>
        <p:spPr>
          <a:xfrm>
            <a:off x="425362" y="1444858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864258F-DC78-9C45-0509-A2EC78EF967E}"/>
              </a:ext>
            </a:extLst>
          </p:cNvPr>
          <p:cNvSpPr txBox="1"/>
          <p:nvPr/>
        </p:nvSpPr>
        <p:spPr>
          <a:xfrm>
            <a:off x="1270565" y="1581238"/>
            <a:ext cx="181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Create team</a:t>
            </a:r>
          </a:p>
        </p:txBody>
      </p: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33F80AE4-407E-C755-93A5-40077B5E2829}"/>
              </a:ext>
            </a:extLst>
          </p:cNvPr>
          <p:cNvCxnSpPr/>
          <p:nvPr/>
        </p:nvCxnSpPr>
        <p:spPr>
          <a:xfrm>
            <a:off x="622733" y="2048052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tangolo 4">
            <a:extLst>
              <a:ext uri="{FF2B5EF4-FFF2-40B4-BE49-F238E27FC236}">
                <a16:creationId xmlns:a16="http://schemas.microsoft.com/office/drawing/2014/main" id="{B807420F-E1DD-6CF1-C3F7-589154057923}"/>
              </a:ext>
            </a:extLst>
          </p:cNvPr>
          <p:cNvSpPr/>
          <p:nvPr/>
        </p:nvSpPr>
        <p:spPr>
          <a:xfrm>
            <a:off x="4403536" y="1444858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C6B9DE4-8146-C318-47EA-912A677ACE20}"/>
              </a:ext>
            </a:extLst>
          </p:cNvPr>
          <p:cNvSpPr txBox="1"/>
          <p:nvPr/>
        </p:nvSpPr>
        <p:spPr>
          <a:xfrm>
            <a:off x="5500558" y="1590857"/>
            <a:ext cx="148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Team name</a:t>
            </a:r>
          </a:p>
        </p:txBody>
      </p: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D63EA07F-D243-5633-687A-7B10E49F6FDB}"/>
              </a:ext>
            </a:extLst>
          </p:cNvPr>
          <p:cNvCxnSpPr/>
          <p:nvPr/>
        </p:nvCxnSpPr>
        <p:spPr>
          <a:xfrm>
            <a:off x="4600907" y="2048052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E1EEE621-756F-B8BD-26BA-CFAA231A8360}"/>
              </a:ext>
            </a:extLst>
          </p:cNvPr>
          <p:cNvSpPr txBox="1"/>
          <p:nvPr/>
        </p:nvSpPr>
        <p:spPr>
          <a:xfrm>
            <a:off x="769491" y="2517528"/>
            <a:ext cx="3028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haven’t</a:t>
            </a:r>
            <a:r>
              <a:rPr lang="it-IT" dirty="0"/>
              <a:t> create </a:t>
            </a:r>
            <a:r>
              <a:rPr lang="it-IT" dirty="0" err="1"/>
              <a:t>your</a:t>
            </a:r>
            <a:r>
              <a:rPr lang="it-IT" dirty="0"/>
              <a:t> team </a:t>
            </a:r>
            <a:r>
              <a:rPr lang="it-IT" dirty="0" err="1"/>
              <a:t>yet</a:t>
            </a:r>
            <a:endParaRPr lang="it-IT" dirty="0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710CB208-5AA6-BE8A-37CF-549B09C8E13F}"/>
              </a:ext>
            </a:extLst>
          </p:cNvPr>
          <p:cNvSpPr txBox="1"/>
          <p:nvPr/>
        </p:nvSpPr>
        <p:spPr>
          <a:xfrm>
            <a:off x="1348974" y="4525054"/>
            <a:ext cx="1810376" cy="646331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Create </a:t>
            </a:r>
            <a:r>
              <a:rPr lang="it-IT" dirty="0" err="1"/>
              <a:t>your</a:t>
            </a:r>
            <a:r>
              <a:rPr lang="it-IT" dirty="0"/>
              <a:t> team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12127BD2-F85A-CD32-587E-1BE1CBD8BBA0}"/>
              </a:ext>
            </a:extLst>
          </p:cNvPr>
          <p:cNvSpPr txBox="1"/>
          <p:nvPr/>
        </p:nvSpPr>
        <p:spPr>
          <a:xfrm>
            <a:off x="4457968" y="2262948"/>
            <a:ext cx="30283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Current</a:t>
            </a:r>
            <a:r>
              <a:rPr lang="it-IT" dirty="0"/>
              <a:t> </a:t>
            </a:r>
            <a:r>
              <a:rPr lang="it-IT" dirty="0" err="1"/>
              <a:t>formation</a:t>
            </a:r>
            <a:r>
              <a:rPr lang="it-IT" dirty="0"/>
              <a:t> (10/11):</a:t>
            </a:r>
          </a:p>
          <a:p>
            <a:endParaRPr lang="it-IT" dirty="0"/>
          </a:p>
          <a:p>
            <a:r>
              <a:rPr lang="it-IT" dirty="0"/>
              <a:t>Lionel Messi ATT 97</a:t>
            </a:r>
          </a:p>
          <a:p>
            <a:r>
              <a:rPr lang="it-IT" dirty="0"/>
              <a:t>Andrea Pirlo CC 91</a:t>
            </a:r>
          </a:p>
          <a:p>
            <a:r>
              <a:rPr lang="it-IT" dirty="0"/>
              <a:t>Gianluigi Buffon P 90</a:t>
            </a:r>
          </a:p>
          <a:p>
            <a:r>
              <a:rPr lang="it-IT" dirty="0"/>
              <a:t>…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4735FF2D-FDB9-5D4D-1E00-38453B9D64D0}"/>
              </a:ext>
            </a:extLst>
          </p:cNvPr>
          <p:cNvSpPr txBox="1"/>
          <p:nvPr/>
        </p:nvSpPr>
        <p:spPr>
          <a:xfrm>
            <a:off x="5337705" y="5148314"/>
            <a:ext cx="1810376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Manage</a:t>
            </a:r>
            <a:endParaRPr lang="it-IT" dirty="0"/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4148889D-F37C-AAA7-CFA1-6B3C66BDCB21}"/>
              </a:ext>
            </a:extLst>
          </p:cNvPr>
          <p:cNvSpPr/>
          <p:nvPr/>
        </p:nvSpPr>
        <p:spPr>
          <a:xfrm>
            <a:off x="8412276" y="1437386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AAD2E21A-BECF-EE7D-1369-616D2CE08CE4}"/>
              </a:ext>
            </a:extLst>
          </p:cNvPr>
          <p:cNvSpPr txBox="1"/>
          <p:nvPr/>
        </p:nvSpPr>
        <p:spPr>
          <a:xfrm>
            <a:off x="9206712" y="1581238"/>
            <a:ext cx="2068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Team </a:t>
            </a:r>
            <a:r>
              <a:rPr lang="it-IT" dirty="0" err="1"/>
              <a:t>managing</a:t>
            </a:r>
            <a:endParaRPr lang="it-IT" dirty="0"/>
          </a:p>
        </p:txBody>
      </p:sp>
      <p:cxnSp>
        <p:nvCxnSpPr>
          <p:cNvPr id="40" name="Connettore diritto 39">
            <a:extLst>
              <a:ext uri="{FF2B5EF4-FFF2-40B4-BE49-F238E27FC236}">
                <a16:creationId xmlns:a16="http://schemas.microsoft.com/office/drawing/2014/main" id="{E39FCEBC-4226-A801-C07C-3450127F54F1}"/>
              </a:ext>
            </a:extLst>
          </p:cNvPr>
          <p:cNvCxnSpPr/>
          <p:nvPr/>
        </p:nvCxnSpPr>
        <p:spPr>
          <a:xfrm>
            <a:off x="8609647" y="2040580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504130F3-33FC-FF81-A063-AEA0E6C6F9B8}"/>
              </a:ext>
            </a:extLst>
          </p:cNvPr>
          <p:cNvSpPr txBox="1"/>
          <p:nvPr/>
        </p:nvSpPr>
        <p:spPr>
          <a:xfrm>
            <a:off x="8466708" y="2255476"/>
            <a:ext cx="30283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Formation</a:t>
            </a:r>
            <a:r>
              <a:rPr lang="it-IT" dirty="0"/>
              <a:t> (10/11):</a:t>
            </a:r>
          </a:p>
          <a:p>
            <a:endParaRPr lang="it-IT" dirty="0"/>
          </a:p>
          <a:p>
            <a:r>
              <a:rPr lang="it-IT" dirty="0"/>
              <a:t>Lionel Messi ATT 97    </a:t>
            </a:r>
          </a:p>
          <a:p>
            <a:r>
              <a:rPr lang="it-IT" dirty="0"/>
              <a:t>Andrea Pirlo CC 91</a:t>
            </a:r>
          </a:p>
          <a:p>
            <a:r>
              <a:rPr lang="it-IT" dirty="0"/>
              <a:t>Gianluigi Buffon P 90</a:t>
            </a:r>
          </a:p>
          <a:p>
            <a:r>
              <a:rPr lang="it-IT" dirty="0"/>
              <a:t>…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BF878E02-EE94-E2C9-3261-BB0602682BB2}"/>
              </a:ext>
            </a:extLst>
          </p:cNvPr>
          <p:cNvSpPr txBox="1"/>
          <p:nvPr/>
        </p:nvSpPr>
        <p:spPr>
          <a:xfrm>
            <a:off x="8609647" y="4409459"/>
            <a:ext cx="3156991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Search</a:t>
            </a:r>
            <a:r>
              <a:rPr lang="it-IT" dirty="0"/>
              <a:t> &amp; </a:t>
            </a:r>
            <a:r>
              <a:rPr lang="it-IT" dirty="0" err="1"/>
              <a:t>add</a:t>
            </a:r>
            <a:r>
              <a:rPr lang="it-IT" dirty="0"/>
              <a:t>…</a:t>
            </a:r>
          </a:p>
        </p:txBody>
      </p:sp>
      <p:sp>
        <p:nvSpPr>
          <p:cNvPr id="43" name="Segno di moltiplicazione 42">
            <a:extLst>
              <a:ext uri="{FF2B5EF4-FFF2-40B4-BE49-F238E27FC236}">
                <a16:creationId xmlns:a16="http://schemas.microsoft.com/office/drawing/2014/main" id="{1FFC614A-C96E-B988-F161-8CE5284EE2F0}"/>
              </a:ext>
            </a:extLst>
          </p:cNvPr>
          <p:cNvSpPr/>
          <p:nvPr/>
        </p:nvSpPr>
        <p:spPr>
          <a:xfrm>
            <a:off x="11514167" y="2874125"/>
            <a:ext cx="310190" cy="25851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Segno di moltiplicazione 43">
            <a:extLst>
              <a:ext uri="{FF2B5EF4-FFF2-40B4-BE49-F238E27FC236}">
                <a16:creationId xmlns:a16="http://schemas.microsoft.com/office/drawing/2014/main" id="{E0093B25-13FF-C46E-06BA-35603B13A7C3}"/>
              </a:ext>
            </a:extLst>
          </p:cNvPr>
          <p:cNvSpPr/>
          <p:nvPr/>
        </p:nvSpPr>
        <p:spPr>
          <a:xfrm>
            <a:off x="11514167" y="3124694"/>
            <a:ext cx="310190" cy="25851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Segno di moltiplicazione 44">
            <a:extLst>
              <a:ext uri="{FF2B5EF4-FFF2-40B4-BE49-F238E27FC236}">
                <a16:creationId xmlns:a16="http://schemas.microsoft.com/office/drawing/2014/main" id="{CABDFA00-8E82-EF2D-2C83-D0E1633F2637}"/>
              </a:ext>
            </a:extLst>
          </p:cNvPr>
          <p:cNvSpPr/>
          <p:nvPr/>
        </p:nvSpPr>
        <p:spPr>
          <a:xfrm>
            <a:off x="11511848" y="3397524"/>
            <a:ext cx="310190" cy="25851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A010552-716D-03B1-DA0A-B4F12CFDDE8F}"/>
              </a:ext>
            </a:extLst>
          </p:cNvPr>
          <p:cNvSpPr txBox="1"/>
          <p:nvPr/>
        </p:nvSpPr>
        <p:spPr>
          <a:xfrm>
            <a:off x="346953" y="6267961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api/</a:t>
            </a:r>
            <a:r>
              <a:rPr lang="it-IT" dirty="0" err="1"/>
              <a:t>showMyTeam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54991F5-0293-BF2C-4982-62AD5AA4344B}"/>
              </a:ext>
            </a:extLst>
          </p:cNvPr>
          <p:cNvSpPr txBox="1"/>
          <p:nvPr/>
        </p:nvSpPr>
        <p:spPr>
          <a:xfrm>
            <a:off x="4351506" y="6242373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api/</a:t>
            </a:r>
            <a:r>
              <a:rPr lang="it-IT" dirty="0" err="1"/>
              <a:t>showMyTeam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4107309-C3BB-5BE4-E3AB-694554F236FE}"/>
              </a:ext>
            </a:extLst>
          </p:cNvPr>
          <p:cNvSpPr txBox="1"/>
          <p:nvPr/>
        </p:nvSpPr>
        <p:spPr>
          <a:xfrm>
            <a:off x="8359342" y="6219818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api/</a:t>
            </a:r>
            <a:r>
              <a:rPr lang="it-IT" dirty="0" err="1"/>
              <a:t>manageMyteam</a:t>
            </a:r>
            <a:r>
              <a:rPr lang="it-IT" dirty="0"/>
              <a:t>/….</a:t>
            </a:r>
          </a:p>
        </p:txBody>
      </p:sp>
    </p:spTree>
    <p:extLst>
      <p:ext uri="{BB962C8B-B14F-4D97-AF65-F5344CB8AC3E}">
        <p14:creationId xmlns:p14="http://schemas.microsoft.com/office/powerpoint/2010/main" val="4160252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36480-51FF-D97C-33F9-17AEEF557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1A40CA7-06FD-9A2C-FA29-90EF450F8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1B6962-4AC3-4F84-3CBB-AD66402D9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4DE4E82-EB01-B4E8-8680-F1B59EA33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57AF752-F278-257F-7140-C8DD84506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User logged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CC4DA0-2BB1-EEFA-2871-73DD0BE3F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6B0AE7-DFFB-97F3-67FD-3BAA20DB5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765EC09-3E51-D0C6-605D-F502FD8046D3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8F18E3B4-25C3-8EE6-6457-B15DFC4C0F51}"/>
              </a:ext>
            </a:extLst>
          </p:cNvPr>
          <p:cNvSpPr/>
          <p:nvPr/>
        </p:nvSpPr>
        <p:spPr>
          <a:xfrm>
            <a:off x="1903826" y="1444858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ED23636-C6E6-A52C-77BB-AA8EFE50B531}"/>
              </a:ext>
            </a:extLst>
          </p:cNvPr>
          <p:cNvSpPr txBox="1"/>
          <p:nvPr/>
        </p:nvSpPr>
        <p:spPr>
          <a:xfrm>
            <a:off x="2749029" y="1581238"/>
            <a:ext cx="181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Create team</a:t>
            </a:r>
          </a:p>
        </p:txBody>
      </p: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EC261982-814E-B851-4299-36C7B8A1A972}"/>
              </a:ext>
            </a:extLst>
          </p:cNvPr>
          <p:cNvCxnSpPr/>
          <p:nvPr/>
        </p:nvCxnSpPr>
        <p:spPr>
          <a:xfrm>
            <a:off x="2101197" y="2048052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tangolo 4">
            <a:extLst>
              <a:ext uri="{FF2B5EF4-FFF2-40B4-BE49-F238E27FC236}">
                <a16:creationId xmlns:a16="http://schemas.microsoft.com/office/drawing/2014/main" id="{8164A78D-A094-BFCD-0725-EC36F9DE1970}"/>
              </a:ext>
            </a:extLst>
          </p:cNvPr>
          <p:cNvSpPr/>
          <p:nvPr/>
        </p:nvSpPr>
        <p:spPr>
          <a:xfrm>
            <a:off x="7337236" y="1444858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FAC4849-2946-8A60-C1D4-0A8AE65082B4}"/>
              </a:ext>
            </a:extLst>
          </p:cNvPr>
          <p:cNvSpPr txBox="1"/>
          <p:nvPr/>
        </p:nvSpPr>
        <p:spPr>
          <a:xfrm>
            <a:off x="8434258" y="1590857"/>
            <a:ext cx="148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Team name</a:t>
            </a:r>
          </a:p>
        </p:txBody>
      </p: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B2C27AE5-64CA-7882-AC4D-FAF0CB184B3B}"/>
              </a:ext>
            </a:extLst>
          </p:cNvPr>
          <p:cNvCxnSpPr/>
          <p:nvPr/>
        </p:nvCxnSpPr>
        <p:spPr>
          <a:xfrm>
            <a:off x="7534607" y="2048052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399D1BF3-1500-B4F7-EDFB-3AA4F5E41721}"/>
              </a:ext>
            </a:extLst>
          </p:cNvPr>
          <p:cNvSpPr txBox="1"/>
          <p:nvPr/>
        </p:nvSpPr>
        <p:spPr>
          <a:xfrm>
            <a:off x="2247955" y="2517528"/>
            <a:ext cx="3028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haven’t</a:t>
            </a:r>
            <a:r>
              <a:rPr lang="it-IT" dirty="0"/>
              <a:t> create </a:t>
            </a:r>
            <a:r>
              <a:rPr lang="it-IT" dirty="0" err="1"/>
              <a:t>your</a:t>
            </a:r>
            <a:r>
              <a:rPr lang="it-IT" dirty="0"/>
              <a:t> team </a:t>
            </a:r>
            <a:r>
              <a:rPr lang="it-IT" dirty="0" err="1"/>
              <a:t>yet</a:t>
            </a:r>
            <a:endParaRPr lang="it-IT" dirty="0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FE519B14-4462-CB44-BDD2-0641A49D0C05}"/>
              </a:ext>
            </a:extLst>
          </p:cNvPr>
          <p:cNvSpPr txBox="1"/>
          <p:nvPr/>
        </p:nvSpPr>
        <p:spPr>
          <a:xfrm>
            <a:off x="2827438" y="4525054"/>
            <a:ext cx="1810376" cy="646331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Create </a:t>
            </a:r>
            <a:r>
              <a:rPr lang="it-IT" dirty="0" err="1"/>
              <a:t>your</a:t>
            </a:r>
            <a:r>
              <a:rPr lang="it-IT" dirty="0"/>
              <a:t> team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1D1CE182-66D1-8B85-D58A-8E7F64E0F853}"/>
              </a:ext>
            </a:extLst>
          </p:cNvPr>
          <p:cNvSpPr txBox="1"/>
          <p:nvPr/>
        </p:nvSpPr>
        <p:spPr>
          <a:xfrm>
            <a:off x="7391668" y="2262948"/>
            <a:ext cx="30283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Current</a:t>
            </a:r>
            <a:r>
              <a:rPr lang="it-IT" dirty="0"/>
              <a:t> </a:t>
            </a:r>
            <a:r>
              <a:rPr lang="it-IT" dirty="0" err="1"/>
              <a:t>formation</a:t>
            </a:r>
            <a:r>
              <a:rPr lang="it-IT" dirty="0"/>
              <a:t> (10/11):</a:t>
            </a:r>
          </a:p>
          <a:p>
            <a:endParaRPr lang="it-IT" dirty="0"/>
          </a:p>
          <a:p>
            <a:r>
              <a:rPr lang="it-IT" dirty="0"/>
              <a:t>Lionel Messi ATT 97</a:t>
            </a:r>
          </a:p>
          <a:p>
            <a:r>
              <a:rPr lang="it-IT" dirty="0"/>
              <a:t>Andrea Pirlo CC 91</a:t>
            </a:r>
          </a:p>
          <a:p>
            <a:r>
              <a:rPr lang="it-IT" dirty="0"/>
              <a:t>Gianluigi Buffon P 90</a:t>
            </a:r>
          </a:p>
          <a:p>
            <a:r>
              <a:rPr lang="it-IT" dirty="0"/>
              <a:t>…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F0CD855A-1D1A-2BD6-D916-FA16FCE5AFD0}"/>
              </a:ext>
            </a:extLst>
          </p:cNvPr>
          <p:cNvSpPr txBox="1"/>
          <p:nvPr/>
        </p:nvSpPr>
        <p:spPr>
          <a:xfrm>
            <a:off x="8271405" y="5148314"/>
            <a:ext cx="1810376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Manage</a:t>
            </a: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BD3F648-0CEE-49F1-33A0-F57F0E963C03}"/>
              </a:ext>
            </a:extLst>
          </p:cNvPr>
          <p:cNvSpPr txBox="1"/>
          <p:nvPr/>
        </p:nvSpPr>
        <p:spPr>
          <a:xfrm>
            <a:off x="2599272" y="5477805"/>
            <a:ext cx="2325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createMyTeam</a:t>
            </a:r>
            <a:endParaRPr lang="it-IT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1B270ED-4F7C-8EEA-0901-2237A45208AC}"/>
              </a:ext>
            </a:extLst>
          </p:cNvPr>
          <p:cNvSpPr txBox="1"/>
          <p:nvPr/>
        </p:nvSpPr>
        <p:spPr>
          <a:xfrm>
            <a:off x="7285206" y="6242373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api/</a:t>
            </a:r>
            <a:r>
              <a:rPr lang="it-IT" dirty="0" err="1"/>
              <a:t>showMyTeam</a:t>
            </a:r>
            <a:endParaRPr lang="it-IT" dirty="0"/>
          </a:p>
        </p:txBody>
      </p:sp>
      <p:sp>
        <p:nvSpPr>
          <p:cNvPr id="11" name="Freccia in giù 10">
            <a:extLst>
              <a:ext uri="{FF2B5EF4-FFF2-40B4-BE49-F238E27FC236}">
                <a16:creationId xmlns:a16="http://schemas.microsoft.com/office/drawing/2014/main" id="{53989665-FE00-892A-2273-1C35E0EFE74E}"/>
              </a:ext>
            </a:extLst>
          </p:cNvPr>
          <p:cNvSpPr/>
          <p:nvPr/>
        </p:nvSpPr>
        <p:spPr>
          <a:xfrm rot="10800000">
            <a:off x="3643601" y="5137144"/>
            <a:ext cx="147484" cy="3412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4962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2BA887-6845-F17C-E33D-84B8AD1F0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E4FB73-A6E9-BB19-A3BC-82C31BC32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C0F1B5-2E41-FE71-29F4-5D4A9558B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DA557F9-A7E1-CE8F-346D-0F866F108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D95EC4-DC91-49BD-B4A0-DDFBFAD49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User logged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C8437B-4323-9CF1-8567-9CAD82927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C29691-C491-F4C0-78FD-47A52ACC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3F6C9D11-DCE2-CAD8-5784-D8E3A65FA0D0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7C7A0A44-025B-6FAD-8730-6DF0747D1BB5}"/>
              </a:ext>
            </a:extLst>
          </p:cNvPr>
          <p:cNvSpPr/>
          <p:nvPr/>
        </p:nvSpPr>
        <p:spPr>
          <a:xfrm>
            <a:off x="778961" y="1397670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115666AB-AD80-AD89-08CC-FCA0F01AF428}"/>
              </a:ext>
            </a:extLst>
          </p:cNvPr>
          <p:cNvSpPr txBox="1"/>
          <p:nvPr/>
        </p:nvSpPr>
        <p:spPr>
          <a:xfrm>
            <a:off x="1573397" y="1541522"/>
            <a:ext cx="2068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Team </a:t>
            </a:r>
            <a:r>
              <a:rPr lang="it-IT" dirty="0" err="1"/>
              <a:t>managing</a:t>
            </a:r>
            <a:endParaRPr lang="it-IT" dirty="0"/>
          </a:p>
        </p:txBody>
      </p:sp>
      <p:cxnSp>
        <p:nvCxnSpPr>
          <p:cNvPr id="40" name="Connettore diritto 39">
            <a:extLst>
              <a:ext uri="{FF2B5EF4-FFF2-40B4-BE49-F238E27FC236}">
                <a16:creationId xmlns:a16="http://schemas.microsoft.com/office/drawing/2014/main" id="{F54BF8B5-C9AD-0CB7-7EEF-8A348D71D570}"/>
              </a:ext>
            </a:extLst>
          </p:cNvPr>
          <p:cNvCxnSpPr/>
          <p:nvPr/>
        </p:nvCxnSpPr>
        <p:spPr>
          <a:xfrm>
            <a:off x="976332" y="2000864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09F12D5E-3C96-E4FF-17E9-FDBD44D2A9D7}"/>
              </a:ext>
            </a:extLst>
          </p:cNvPr>
          <p:cNvSpPr txBox="1"/>
          <p:nvPr/>
        </p:nvSpPr>
        <p:spPr>
          <a:xfrm>
            <a:off x="833393" y="2215760"/>
            <a:ext cx="30283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Formation</a:t>
            </a:r>
            <a:r>
              <a:rPr lang="it-IT" dirty="0"/>
              <a:t> (10/11):</a:t>
            </a:r>
          </a:p>
          <a:p>
            <a:endParaRPr lang="it-IT" dirty="0"/>
          </a:p>
          <a:p>
            <a:r>
              <a:rPr lang="it-IT" dirty="0"/>
              <a:t>Lionel Messi ATT 97    </a:t>
            </a:r>
          </a:p>
          <a:p>
            <a:r>
              <a:rPr lang="it-IT" dirty="0"/>
              <a:t>Andrea Pirlo CC 91</a:t>
            </a:r>
          </a:p>
          <a:p>
            <a:r>
              <a:rPr lang="it-IT" dirty="0"/>
              <a:t>Gianluigi Buffon P 90</a:t>
            </a:r>
          </a:p>
          <a:p>
            <a:r>
              <a:rPr lang="it-IT" dirty="0"/>
              <a:t>…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990D590C-C1DF-20AB-7059-C992FAB1E1D4}"/>
              </a:ext>
            </a:extLst>
          </p:cNvPr>
          <p:cNvSpPr txBox="1"/>
          <p:nvPr/>
        </p:nvSpPr>
        <p:spPr>
          <a:xfrm>
            <a:off x="976332" y="4369743"/>
            <a:ext cx="3156991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Search</a:t>
            </a:r>
            <a:r>
              <a:rPr lang="it-IT" dirty="0"/>
              <a:t> &amp; </a:t>
            </a:r>
            <a:r>
              <a:rPr lang="it-IT" dirty="0" err="1"/>
              <a:t>add</a:t>
            </a:r>
            <a:r>
              <a:rPr lang="it-IT" dirty="0"/>
              <a:t>…</a:t>
            </a:r>
          </a:p>
        </p:txBody>
      </p:sp>
      <p:sp>
        <p:nvSpPr>
          <p:cNvPr id="43" name="Segno di moltiplicazione 42">
            <a:extLst>
              <a:ext uri="{FF2B5EF4-FFF2-40B4-BE49-F238E27FC236}">
                <a16:creationId xmlns:a16="http://schemas.microsoft.com/office/drawing/2014/main" id="{9068FA7B-04ED-EAD9-9DBE-DA9A197998AA}"/>
              </a:ext>
            </a:extLst>
          </p:cNvPr>
          <p:cNvSpPr/>
          <p:nvPr/>
        </p:nvSpPr>
        <p:spPr>
          <a:xfrm>
            <a:off x="3880852" y="2834409"/>
            <a:ext cx="310190" cy="25851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Segno di moltiplicazione 43">
            <a:extLst>
              <a:ext uri="{FF2B5EF4-FFF2-40B4-BE49-F238E27FC236}">
                <a16:creationId xmlns:a16="http://schemas.microsoft.com/office/drawing/2014/main" id="{F84F7E0A-8C7C-C0FE-E091-F10D61EEC22D}"/>
              </a:ext>
            </a:extLst>
          </p:cNvPr>
          <p:cNvSpPr/>
          <p:nvPr/>
        </p:nvSpPr>
        <p:spPr>
          <a:xfrm>
            <a:off x="3880852" y="3084978"/>
            <a:ext cx="310190" cy="25851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Segno di moltiplicazione 44">
            <a:extLst>
              <a:ext uri="{FF2B5EF4-FFF2-40B4-BE49-F238E27FC236}">
                <a16:creationId xmlns:a16="http://schemas.microsoft.com/office/drawing/2014/main" id="{8735F3C3-4061-9237-0D9A-1CC45F2C44EC}"/>
              </a:ext>
            </a:extLst>
          </p:cNvPr>
          <p:cNvSpPr/>
          <p:nvPr/>
        </p:nvSpPr>
        <p:spPr>
          <a:xfrm>
            <a:off x="3878533" y="3357808"/>
            <a:ext cx="310190" cy="25851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3D538298-4149-BFCB-0382-4C9C6BD6F365}"/>
              </a:ext>
            </a:extLst>
          </p:cNvPr>
          <p:cNvSpPr txBox="1"/>
          <p:nvPr/>
        </p:nvSpPr>
        <p:spPr>
          <a:xfrm>
            <a:off x="1406880" y="2011724"/>
            <a:ext cx="3439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sz="1600" dirty="0" err="1">
                <a:solidFill>
                  <a:schemeClr val="accent2">
                    <a:lumMod val="75000"/>
                  </a:schemeClr>
                </a:solidFill>
              </a:rPr>
              <a:t>myTeam</a:t>
            </a:r>
            <a:r>
              <a:rPr lang="it-IT" sz="1600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it-IT" sz="1600" dirty="0" err="1">
                <a:solidFill>
                  <a:schemeClr val="accent2">
                    <a:lumMod val="75000"/>
                  </a:schemeClr>
                </a:solidFill>
              </a:rPr>
              <a:t>player_x</a:t>
            </a:r>
            <a:r>
              <a:rPr lang="it-IT" sz="1600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it-IT" sz="1600" dirty="0" err="1">
                <a:solidFill>
                  <a:schemeClr val="accent2">
                    <a:lumMod val="75000"/>
                  </a:schemeClr>
                </a:solidFill>
              </a:rPr>
              <a:t>remove</a:t>
            </a:r>
            <a:endParaRPr lang="it-IT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Freccia in giù 17">
            <a:extLst>
              <a:ext uri="{FF2B5EF4-FFF2-40B4-BE49-F238E27FC236}">
                <a16:creationId xmlns:a16="http://schemas.microsoft.com/office/drawing/2014/main" id="{31226299-3792-4311-5485-BA1E2B59C1DC}"/>
              </a:ext>
            </a:extLst>
          </p:cNvPr>
          <p:cNvSpPr/>
          <p:nvPr/>
        </p:nvSpPr>
        <p:spPr>
          <a:xfrm rot="18725287">
            <a:off x="3711756" y="2515014"/>
            <a:ext cx="147484" cy="3412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C56F6E5-8734-5288-CB91-13FF5D2B55D5}"/>
              </a:ext>
            </a:extLst>
          </p:cNvPr>
          <p:cNvSpPr/>
          <p:nvPr/>
        </p:nvSpPr>
        <p:spPr>
          <a:xfrm>
            <a:off x="7036367" y="1412566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E050E8F5-0D10-FCA2-6B27-0A199AA5BDE9}"/>
              </a:ext>
            </a:extLst>
          </p:cNvPr>
          <p:cNvSpPr txBox="1"/>
          <p:nvPr/>
        </p:nvSpPr>
        <p:spPr>
          <a:xfrm>
            <a:off x="7145554" y="1554372"/>
            <a:ext cx="3439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Team </a:t>
            </a:r>
            <a:r>
              <a:rPr lang="it-IT" dirty="0" err="1"/>
              <a:t>managing</a:t>
            </a:r>
            <a:r>
              <a:rPr lang="it-IT" dirty="0"/>
              <a:t> </a:t>
            </a:r>
            <a:r>
              <a:rPr lang="it-IT" dirty="0" err="1"/>
              <a:t>Search</a:t>
            </a:r>
            <a:r>
              <a:rPr lang="it-IT" dirty="0"/>
              <a:t> &amp; </a:t>
            </a:r>
            <a:r>
              <a:rPr lang="it-IT" dirty="0" err="1"/>
              <a:t>add</a:t>
            </a:r>
            <a:endParaRPr lang="it-IT" dirty="0"/>
          </a:p>
        </p:txBody>
      </p: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7D12C1D7-5B24-F51F-5E41-07570CC47C19}"/>
              </a:ext>
            </a:extLst>
          </p:cNvPr>
          <p:cNvCxnSpPr/>
          <p:nvPr/>
        </p:nvCxnSpPr>
        <p:spPr>
          <a:xfrm>
            <a:off x="7233738" y="2015760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5D687DA8-72D3-E26B-796F-79A601683149}"/>
              </a:ext>
            </a:extLst>
          </p:cNvPr>
          <p:cNvSpPr txBox="1"/>
          <p:nvPr/>
        </p:nvSpPr>
        <p:spPr>
          <a:xfrm>
            <a:off x="7286670" y="2330972"/>
            <a:ext cx="3156991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Fed</a:t>
            </a: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549577A4-F5DF-C054-D801-C5575B69FF39}"/>
              </a:ext>
            </a:extLst>
          </p:cNvPr>
          <p:cNvSpPr txBox="1"/>
          <p:nvPr/>
        </p:nvSpPr>
        <p:spPr>
          <a:xfrm>
            <a:off x="7233738" y="2908253"/>
            <a:ext cx="30283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u="sng" dirty="0"/>
              <a:t>Federico Chiesa</a:t>
            </a:r>
          </a:p>
          <a:p>
            <a:r>
              <a:rPr lang="it-IT" u="sng" dirty="0"/>
              <a:t>Paulo Roberto </a:t>
            </a:r>
            <a:r>
              <a:rPr lang="it-IT" u="sng" dirty="0" err="1"/>
              <a:t>Falcão</a:t>
            </a:r>
            <a:r>
              <a:rPr lang="it-IT" u="sng" dirty="0"/>
              <a:t> </a:t>
            </a:r>
          </a:p>
          <a:p>
            <a:r>
              <a:rPr lang="it-IT" u="sng" dirty="0"/>
              <a:t>Cesc </a:t>
            </a:r>
            <a:r>
              <a:rPr lang="it-IT" u="sng" dirty="0" err="1"/>
              <a:t>Fàbregas</a:t>
            </a:r>
            <a:endParaRPr lang="it-IT" u="sng" dirty="0"/>
          </a:p>
          <a:p>
            <a:r>
              <a:rPr lang="it-IT" u="sng" dirty="0"/>
              <a:t>…. </a:t>
            </a:r>
          </a:p>
          <a:p>
            <a:endParaRPr lang="it-IT" dirty="0"/>
          </a:p>
          <a:p>
            <a:endParaRPr lang="it-IT" dirty="0"/>
          </a:p>
        </p:txBody>
      </p:sp>
      <p:sp>
        <p:nvSpPr>
          <p:cNvPr id="56" name="Croce 55">
            <a:extLst>
              <a:ext uri="{FF2B5EF4-FFF2-40B4-BE49-F238E27FC236}">
                <a16:creationId xmlns:a16="http://schemas.microsoft.com/office/drawing/2014/main" id="{C0DAB38C-0A99-C2A1-EFA1-A4B3A9BCC2EB}"/>
              </a:ext>
            </a:extLst>
          </p:cNvPr>
          <p:cNvSpPr/>
          <p:nvPr/>
        </p:nvSpPr>
        <p:spPr>
          <a:xfrm>
            <a:off x="10259128" y="2977026"/>
            <a:ext cx="216756" cy="215904"/>
          </a:xfrm>
          <a:prstGeom prst="plus">
            <a:avLst>
              <a:gd name="adj" fmla="val 35397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7" name="Croce 56">
            <a:extLst>
              <a:ext uri="{FF2B5EF4-FFF2-40B4-BE49-F238E27FC236}">
                <a16:creationId xmlns:a16="http://schemas.microsoft.com/office/drawing/2014/main" id="{A9C6B5A4-A6EA-972D-0868-F5C88DAA159C}"/>
              </a:ext>
            </a:extLst>
          </p:cNvPr>
          <p:cNvSpPr/>
          <p:nvPr/>
        </p:nvSpPr>
        <p:spPr>
          <a:xfrm>
            <a:off x="10259128" y="3241275"/>
            <a:ext cx="216756" cy="215904"/>
          </a:xfrm>
          <a:prstGeom prst="plus">
            <a:avLst>
              <a:gd name="adj" fmla="val 35397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8" name="Croce 57">
            <a:extLst>
              <a:ext uri="{FF2B5EF4-FFF2-40B4-BE49-F238E27FC236}">
                <a16:creationId xmlns:a16="http://schemas.microsoft.com/office/drawing/2014/main" id="{A03DC0D5-FE82-5725-2469-9925628C9A5C}"/>
              </a:ext>
            </a:extLst>
          </p:cNvPr>
          <p:cNvSpPr/>
          <p:nvPr/>
        </p:nvSpPr>
        <p:spPr>
          <a:xfrm>
            <a:off x="10259128" y="3536592"/>
            <a:ext cx="216756" cy="215904"/>
          </a:xfrm>
          <a:prstGeom prst="plus">
            <a:avLst>
              <a:gd name="adj" fmla="val 35397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9" name="Freccia in giù 58">
            <a:extLst>
              <a:ext uri="{FF2B5EF4-FFF2-40B4-BE49-F238E27FC236}">
                <a16:creationId xmlns:a16="http://schemas.microsoft.com/office/drawing/2014/main" id="{A3A4F26C-04AF-C351-7DA8-93B0CB5E457C}"/>
              </a:ext>
            </a:extLst>
          </p:cNvPr>
          <p:cNvSpPr/>
          <p:nvPr/>
        </p:nvSpPr>
        <p:spPr>
          <a:xfrm rot="12143663">
            <a:off x="10094246" y="3860791"/>
            <a:ext cx="147484" cy="3412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394FD652-C9AB-0C46-81D7-8DD8A41CFE31}"/>
              </a:ext>
            </a:extLst>
          </p:cNvPr>
          <p:cNvSpPr txBox="1"/>
          <p:nvPr/>
        </p:nvSpPr>
        <p:spPr>
          <a:xfrm>
            <a:off x="7470692" y="4255922"/>
            <a:ext cx="3439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sz="1600" dirty="0" err="1">
                <a:solidFill>
                  <a:schemeClr val="accent2">
                    <a:lumMod val="75000"/>
                  </a:schemeClr>
                </a:solidFill>
              </a:rPr>
              <a:t>myTeam</a:t>
            </a:r>
            <a:r>
              <a:rPr lang="it-IT" sz="1600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it-IT" sz="1600" dirty="0" err="1">
                <a:solidFill>
                  <a:schemeClr val="accent2">
                    <a:lumMod val="75000"/>
                  </a:schemeClr>
                </a:solidFill>
              </a:rPr>
              <a:t>add</a:t>
            </a:r>
            <a:r>
              <a:rPr lang="it-IT" sz="1600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it-IT" sz="1600" dirty="0" err="1">
                <a:solidFill>
                  <a:schemeClr val="accent2">
                    <a:lumMod val="75000"/>
                  </a:schemeClr>
                </a:solidFill>
              </a:rPr>
              <a:t>player_id</a:t>
            </a:r>
            <a:endParaRPr lang="it-IT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2428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A417E6-CF98-3E5D-5DC3-3B6586511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259985-49D7-E6A9-082C-A6B3BF4F4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41449D-CA84-4F68-0B97-861D10AE6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B10BF34-2F1E-7A7F-8DC5-9451F80C9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3B538A0-F156-A51B-980B-A3D21153A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User logged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A9FDAF-1563-9E93-006F-A366618F6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61E0A4-C8E1-11A1-E968-F5B35B9EF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30FC076B-E268-9C80-16DD-1E583205F670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553C4622-06B6-A176-BBB7-2F13D2EB565E}"/>
              </a:ext>
            </a:extLst>
          </p:cNvPr>
          <p:cNvSpPr/>
          <p:nvPr/>
        </p:nvSpPr>
        <p:spPr>
          <a:xfrm>
            <a:off x="425362" y="1444858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059DDCD-AB63-8A9D-B960-9995927F1A14}"/>
              </a:ext>
            </a:extLst>
          </p:cNvPr>
          <p:cNvSpPr txBox="1"/>
          <p:nvPr/>
        </p:nvSpPr>
        <p:spPr>
          <a:xfrm>
            <a:off x="1270565" y="1581238"/>
            <a:ext cx="181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Your </a:t>
            </a:r>
            <a:r>
              <a:rPr lang="it-IT" dirty="0" err="1"/>
              <a:t>articles</a:t>
            </a:r>
            <a:endParaRPr lang="it-IT" dirty="0"/>
          </a:p>
        </p:txBody>
      </p: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105A37ED-5308-4218-BB28-543ED52A75D2}"/>
              </a:ext>
            </a:extLst>
          </p:cNvPr>
          <p:cNvCxnSpPr/>
          <p:nvPr/>
        </p:nvCxnSpPr>
        <p:spPr>
          <a:xfrm>
            <a:off x="622733" y="2048052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tangolo 4">
            <a:extLst>
              <a:ext uri="{FF2B5EF4-FFF2-40B4-BE49-F238E27FC236}">
                <a16:creationId xmlns:a16="http://schemas.microsoft.com/office/drawing/2014/main" id="{8F4E26B4-DC55-AC39-E925-7C4DB9F349B8}"/>
              </a:ext>
            </a:extLst>
          </p:cNvPr>
          <p:cNvSpPr/>
          <p:nvPr/>
        </p:nvSpPr>
        <p:spPr>
          <a:xfrm>
            <a:off x="4403536" y="1444858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A46E356-6236-1B17-9F50-0B9FBCD54F0C}"/>
              </a:ext>
            </a:extLst>
          </p:cNvPr>
          <p:cNvSpPr txBox="1"/>
          <p:nvPr/>
        </p:nvSpPr>
        <p:spPr>
          <a:xfrm>
            <a:off x="5423858" y="1589371"/>
            <a:ext cx="1647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Your </a:t>
            </a:r>
            <a:r>
              <a:rPr lang="it-IT" dirty="0" err="1"/>
              <a:t>articles</a:t>
            </a:r>
            <a:endParaRPr lang="it-IT" dirty="0"/>
          </a:p>
        </p:txBody>
      </p: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95DA95AC-4679-D949-6915-80EA25790871}"/>
              </a:ext>
            </a:extLst>
          </p:cNvPr>
          <p:cNvCxnSpPr/>
          <p:nvPr/>
        </p:nvCxnSpPr>
        <p:spPr>
          <a:xfrm>
            <a:off x="4600907" y="2048052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C7768F1E-E7DB-D752-F7BF-C7ADFD37DA10}"/>
              </a:ext>
            </a:extLst>
          </p:cNvPr>
          <p:cNvSpPr txBox="1"/>
          <p:nvPr/>
        </p:nvSpPr>
        <p:spPr>
          <a:xfrm>
            <a:off x="769491" y="2517528"/>
            <a:ext cx="3028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haven’t</a:t>
            </a:r>
            <a:r>
              <a:rPr lang="it-IT" dirty="0"/>
              <a:t> </a:t>
            </a:r>
            <a:r>
              <a:rPr lang="it-IT" dirty="0" err="1"/>
              <a:t>wrote</a:t>
            </a:r>
            <a:r>
              <a:rPr lang="it-IT" dirty="0"/>
              <a:t> </a:t>
            </a:r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articles</a:t>
            </a:r>
            <a:r>
              <a:rPr lang="it-IT" dirty="0"/>
              <a:t> </a:t>
            </a:r>
            <a:r>
              <a:rPr lang="it-IT" dirty="0" err="1"/>
              <a:t>yet</a:t>
            </a:r>
            <a:endParaRPr lang="it-IT" dirty="0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BAE5B9E8-FF9C-801C-79EA-1E8CAD5DC1C6}"/>
              </a:ext>
            </a:extLst>
          </p:cNvPr>
          <p:cNvSpPr txBox="1"/>
          <p:nvPr/>
        </p:nvSpPr>
        <p:spPr>
          <a:xfrm>
            <a:off x="1348974" y="4525054"/>
            <a:ext cx="1810376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Write </a:t>
            </a:r>
            <a:r>
              <a:rPr lang="it-IT" dirty="0" err="1"/>
              <a:t>article</a:t>
            </a:r>
            <a:endParaRPr lang="it-IT" dirty="0"/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6FF0C014-C59A-AA30-B7AD-51AFADDF298F}"/>
              </a:ext>
            </a:extLst>
          </p:cNvPr>
          <p:cNvSpPr txBox="1"/>
          <p:nvPr/>
        </p:nvSpPr>
        <p:spPr>
          <a:xfrm>
            <a:off x="5337705" y="5148314"/>
            <a:ext cx="1810376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Write </a:t>
            </a:r>
            <a:r>
              <a:rPr lang="it-IT" dirty="0" err="1"/>
              <a:t>article</a:t>
            </a:r>
            <a:endParaRPr lang="it-IT" dirty="0"/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799BEA60-9527-9E85-DBB3-C672504B90DF}"/>
              </a:ext>
            </a:extLst>
          </p:cNvPr>
          <p:cNvSpPr/>
          <p:nvPr/>
        </p:nvSpPr>
        <p:spPr>
          <a:xfrm>
            <a:off x="8412276" y="1437386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6D24443E-4511-BDA0-B7FC-F49F60903424}"/>
              </a:ext>
            </a:extLst>
          </p:cNvPr>
          <p:cNvSpPr txBox="1"/>
          <p:nvPr/>
        </p:nvSpPr>
        <p:spPr>
          <a:xfrm>
            <a:off x="8381710" y="1589371"/>
            <a:ext cx="2068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Article</a:t>
            </a:r>
            <a:r>
              <a:rPr lang="it-IT" dirty="0"/>
              <a:t> </a:t>
            </a:r>
            <a:r>
              <a:rPr lang="it-IT" dirty="0" err="1"/>
              <a:t>title</a:t>
            </a:r>
            <a:r>
              <a:rPr lang="it-IT" dirty="0"/>
              <a:t>: 92</a:t>
            </a:r>
          </a:p>
        </p:txBody>
      </p:sp>
      <p:cxnSp>
        <p:nvCxnSpPr>
          <p:cNvPr id="40" name="Connettore diritto 39">
            <a:extLst>
              <a:ext uri="{FF2B5EF4-FFF2-40B4-BE49-F238E27FC236}">
                <a16:creationId xmlns:a16="http://schemas.microsoft.com/office/drawing/2014/main" id="{82F6ED5F-6588-6AF9-899D-8CB1DEE8E6D5}"/>
              </a:ext>
            </a:extLst>
          </p:cNvPr>
          <p:cNvCxnSpPr/>
          <p:nvPr/>
        </p:nvCxnSpPr>
        <p:spPr>
          <a:xfrm>
            <a:off x="8609647" y="2040580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C967FC30-5214-6518-86EA-7F5DBDC56E02}"/>
              </a:ext>
            </a:extLst>
          </p:cNvPr>
          <p:cNvSpPr txBox="1"/>
          <p:nvPr/>
        </p:nvSpPr>
        <p:spPr>
          <a:xfrm>
            <a:off x="8549690" y="2255229"/>
            <a:ext cx="30283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Fusce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ultrices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vulputate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metus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Cras ex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diam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convallis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facilisis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ut,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interdum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  <a:endParaRPr lang="it-IT" dirty="0"/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B3C4448B-CB47-A64F-1DD9-159DB0B873C5}"/>
              </a:ext>
            </a:extLst>
          </p:cNvPr>
          <p:cNvSpPr txBox="1"/>
          <p:nvPr/>
        </p:nvSpPr>
        <p:spPr>
          <a:xfrm>
            <a:off x="11152298" y="1557548"/>
            <a:ext cx="681837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Edit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58E66DB-8E1C-310D-D34B-B02E0052D2D7}"/>
              </a:ext>
            </a:extLst>
          </p:cNvPr>
          <p:cNvSpPr txBox="1"/>
          <p:nvPr/>
        </p:nvSpPr>
        <p:spPr>
          <a:xfrm>
            <a:off x="4742822" y="2360266"/>
            <a:ext cx="3024661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Article</a:t>
            </a:r>
            <a:r>
              <a:rPr lang="it-IT" dirty="0"/>
              <a:t> </a:t>
            </a:r>
            <a:r>
              <a:rPr lang="it-IT" dirty="0" err="1"/>
              <a:t>title</a:t>
            </a:r>
            <a:r>
              <a:rPr lang="it-IT" dirty="0"/>
              <a:t> 92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B0C7214-4CC5-C50C-D733-5ED7BD483283}"/>
              </a:ext>
            </a:extLst>
          </p:cNvPr>
          <p:cNvSpPr txBox="1"/>
          <p:nvPr/>
        </p:nvSpPr>
        <p:spPr>
          <a:xfrm>
            <a:off x="4742823" y="2884619"/>
            <a:ext cx="3024660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Article</a:t>
            </a:r>
            <a:r>
              <a:rPr lang="it-IT" dirty="0"/>
              <a:t> </a:t>
            </a:r>
            <a:r>
              <a:rPr lang="it-IT" dirty="0" err="1"/>
              <a:t>title</a:t>
            </a:r>
            <a:r>
              <a:rPr lang="it-IT" dirty="0"/>
              <a:t> 91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58B3F40-6453-8281-56FD-B6840771DBAE}"/>
              </a:ext>
            </a:extLst>
          </p:cNvPr>
          <p:cNvSpPr txBox="1"/>
          <p:nvPr/>
        </p:nvSpPr>
        <p:spPr>
          <a:xfrm>
            <a:off x="4742822" y="3430352"/>
            <a:ext cx="302465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Article</a:t>
            </a:r>
            <a:r>
              <a:rPr lang="it-IT" dirty="0"/>
              <a:t> </a:t>
            </a:r>
            <a:r>
              <a:rPr lang="it-IT" dirty="0" err="1"/>
              <a:t>title</a:t>
            </a:r>
            <a:r>
              <a:rPr lang="it-IT" dirty="0"/>
              <a:t> 90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D219D56-5EED-0156-4AF5-8816E02512B8}"/>
              </a:ext>
            </a:extLst>
          </p:cNvPr>
          <p:cNvSpPr txBox="1"/>
          <p:nvPr/>
        </p:nvSpPr>
        <p:spPr>
          <a:xfrm>
            <a:off x="4742823" y="3936879"/>
            <a:ext cx="3024658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…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BE0F6E2D-48E2-20F6-020D-BDA987B6EE24}"/>
              </a:ext>
            </a:extLst>
          </p:cNvPr>
          <p:cNvSpPr txBox="1"/>
          <p:nvPr/>
        </p:nvSpPr>
        <p:spPr>
          <a:xfrm>
            <a:off x="8609647" y="5555926"/>
            <a:ext cx="158640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 dirty="0"/>
              <a:t>11/04/2025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57FAACB3-F86A-8852-C57E-60F768442DB7}"/>
              </a:ext>
            </a:extLst>
          </p:cNvPr>
          <p:cNvSpPr txBox="1"/>
          <p:nvPr/>
        </p:nvSpPr>
        <p:spPr>
          <a:xfrm>
            <a:off x="425362" y="6267961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api/</a:t>
            </a:r>
            <a:r>
              <a:rPr lang="it-IT" dirty="0" err="1"/>
              <a:t>showMyArticles</a:t>
            </a:r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2C2F99A9-F478-EED3-8681-4B006BDF4A84}"/>
              </a:ext>
            </a:extLst>
          </p:cNvPr>
          <p:cNvSpPr txBox="1"/>
          <p:nvPr/>
        </p:nvSpPr>
        <p:spPr>
          <a:xfrm>
            <a:off x="4303346" y="6264847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api/</a:t>
            </a:r>
            <a:r>
              <a:rPr lang="it-IT" dirty="0" err="1"/>
              <a:t>showMyArticles</a:t>
            </a:r>
            <a:endParaRPr lang="it-IT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61CD4BA8-B7FF-2E35-F4A2-06F1E6D55E23}"/>
              </a:ext>
            </a:extLst>
          </p:cNvPr>
          <p:cNvSpPr txBox="1"/>
          <p:nvPr/>
        </p:nvSpPr>
        <p:spPr>
          <a:xfrm>
            <a:off x="8381710" y="6266700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api/</a:t>
            </a:r>
            <a:r>
              <a:rPr lang="it-IT" dirty="0" err="1"/>
              <a:t>showArticle</a:t>
            </a:r>
            <a:r>
              <a:rPr lang="it-IT" dirty="0"/>
              <a:t>/user/92</a:t>
            </a:r>
          </a:p>
        </p:txBody>
      </p:sp>
    </p:spTree>
    <p:extLst>
      <p:ext uri="{BB962C8B-B14F-4D97-AF65-F5344CB8AC3E}">
        <p14:creationId xmlns:p14="http://schemas.microsoft.com/office/powerpoint/2010/main" val="1447938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B0B520-2557-6FA2-D4E7-93782AD76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F8D66C2-6BA5-45B0-6A31-0BB68EA8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B91603-2D22-B625-18EF-6A6DAE277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0299F7C-46F6-E712-6787-AE77D4EA5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AA36290-ED3C-8897-8C69-1A86033E7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User logged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E4E49F-3AED-78F4-CD8A-2146D237B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209D35-9385-5FAD-65DD-496B68A59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ACBABC91-0C46-AF3A-BCF2-5AD093C2C4C1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1BE9647B-F990-A1CE-8BC0-9D4248D5C249}"/>
              </a:ext>
            </a:extLst>
          </p:cNvPr>
          <p:cNvSpPr/>
          <p:nvPr/>
        </p:nvSpPr>
        <p:spPr>
          <a:xfrm>
            <a:off x="425362" y="1444858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5ECDD8C-F1D0-42B4-11A0-01E845B7BAD9}"/>
              </a:ext>
            </a:extLst>
          </p:cNvPr>
          <p:cNvSpPr txBox="1"/>
          <p:nvPr/>
        </p:nvSpPr>
        <p:spPr>
          <a:xfrm>
            <a:off x="1270565" y="1581238"/>
            <a:ext cx="181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Your </a:t>
            </a:r>
            <a:r>
              <a:rPr lang="it-IT" dirty="0" err="1"/>
              <a:t>articles</a:t>
            </a:r>
            <a:endParaRPr lang="it-IT" dirty="0"/>
          </a:p>
        </p:txBody>
      </p: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49F912F5-852F-642A-36BC-0EB2379E74A3}"/>
              </a:ext>
            </a:extLst>
          </p:cNvPr>
          <p:cNvCxnSpPr/>
          <p:nvPr/>
        </p:nvCxnSpPr>
        <p:spPr>
          <a:xfrm>
            <a:off x="622733" y="2048052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tangolo 4">
            <a:extLst>
              <a:ext uri="{FF2B5EF4-FFF2-40B4-BE49-F238E27FC236}">
                <a16:creationId xmlns:a16="http://schemas.microsoft.com/office/drawing/2014/main" id="{E6662B3F-2D75-FB5C-36FF-DBDCD9DBB0F1}"/>
              </a:ext>
            </a:extLst>
          </p:cNvPr>
          <p:cNvSpPr/>
          <p:nvPr/>
        </p:nvSpPr>
        <p:spPr>
          <a:xfrm>
            <a:off x="4403536" y="1444858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8B0FF38-A8FE-871F-BFDB-51C172109583}"/>
              </a:ext>
            </a:extLst>
          </p:cNvPr>
          <p:cNvSpPr txBox="1"/>
          <p:nvPr/>
        </p:nvSpPr>
        <p:spPr>
          <a:xfrm>
            <a:off x="5423858" y="1589371"/>
            <a:ext cx="1647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Your </a:t>
            </a:r>
            <a:r>
              <a:rPr lang="it-IT" dirty="0" err="1"/>
              <a:t>articles</a:t>
            </a:r>
            <a:endParaRPr lang="it-IT" dirty="0"/>
          </a:p>
        </p:txBody>
      </p: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C23905D6-5972-27D7-FDD9-F3F0CA528F6F}"/>
              </a:ext>
            </a:extLst>
          </p:cNvPr>
          <p:cNvCxnSpPr/>
          <p:nvPr/>
        </p:nvCxnSpPr>
        <p:spPr>
          <a:xfrm>
            <a:off x="4600907" y="2048052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57D76C78-7C3D-7450-EACF-9AB38772980F}"/>
              </a:ext>
            </a:extLst>
          </p:cNvPr>
          <p:cNvSpPr txBox="1"/>
          <p:nvPr/>
        </p:nvSpPr>
        <p:spPr>
          <a:xfrm>
            <a:off x="769491" y="2517528"/>
            <a:ext cx="3028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haven’t</a:t>
            </a:r>
            <a:r>
              <a:rPr lang="it-IT" dirty="0"/>
              <a:t> </a:t>
            </a:r>
            <a:r>
              <a:rPr lang="it-IT" dirty="0" err="1"/>
              <a:t>wrote</a:t>
            </a:r>
            <a:r>
              <a:rPr lang="it-IT" dirty="0"/>
              <a:t> </a:t>
            </a:r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articles</a:t>
            </a:r>
            <a:r>
              <a:rPr lang="it-IT" dirty="0"/>
              <a:t> </a:t>
            </a:r>
            <a:r>
              <a:rPr lang="it-IT" dirty="0" err="1"/>
              <a:t>yet</a:t>
            </a:r>
            <a:endParaRPr lang="it-IT" dirty="0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0B4A72BA-89EB-D197-F6DC-1808FCBDCD2D}"/>
              </a:ext>
            </a:extLst>
          </p:cNvPr>
          <p:cNvSpPr txBox="1"/>
          <p:nvPr/>
        </p:nvSpPr>
        <p:spPr>
          <a:xfrm>
            <a:off x="1348974" y="4525054"/>
            <a:ext cx="1810376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Write </a:t>
            </a:r>
            <a:r>
              <a:rPr lang="it-IT" dirty="0" err="1"/>
              <a:t>article</a:t>
            </a:r>
            <a:endParaRPr lang="it-IT" dirty="0"/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A7121424-B754-8D33-9FF8-A3A262310BD3}"/>
              </a:ext>
            </a:extLst>
          </p:cNvPr>
          <p:cNvSpPr txBox="1"/>
          <p:nvPr/>
        </p:nvSpPr>
        <p:spPr>
          <a:xfrm>
            <a:off x="5337705" y="5148314"/>
            <a:ext cx="1810376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Write </a:t>
            </a:r>
            <a:r>
              <a:rPr lang="it-IT" dirty="0" err="1"/>
              <a:t>article</a:t>
            </a:r>
            <a:endParaRPr lang="it-IT" dirty="0"/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6F3B11D3-D150-D58A-F80D-FDEEED206583}"/>
              </a:ext>
            </a:extLst>
          </p:cNvPr>
          <p:cNvSpPr/>
          <p:nvPr/>
        </p:nvSpPr>
        <p:spPr>
          <a:xfrm>
            <a:off x="8412276" y="1437386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DB9983C6-64A0-1997-D0FA-303A2FA7C21B}"/>
              </a:ext>
            </a:extLst>
          </p:cNvPr>
          <p:cNvSpPr txBox="1"/>
          <p:nvPr/>
        </p:nvSpPr>
        <p:spPr>
          <a:xfrm>
            <a:off x="8381710" y="1589371"/>
            <a:ext cx="2068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Article</a:t>
            </a:r>
            <a:r>
              <a:rPr lang="it-IT" dirty="0"/>
              <a:t> </a:t>
            </a:r>
            <a:r>
              <a:rPr lang="it-IT" dirty="0" err="1"/>
              <a:t>title</a:t>
            </a:r>
            <a:r>
              <a:rPr lang="it-IT" dirty="0"/>
              <a:t>: 92</a:t>
            </a:r>
          </a:p>
        </p:txBody>
      </p:sp>
      <p:cxnSp>
        <p:nvCxnSpPr>
          <p:cNvPr id="40" name="Connettore diritto 39">
            <a:extLst>
              <a:ext uri="{FF2B5EF4-FFF2-40B4-BE49-F238E27FC236}">
                <a16:creationId xmlns:a16="http://schemas.microsoft.com/office/drawing/2014/main" id="{7172D002-74D8-FAA4-917B-2DBD063D5A34}"/>
              </a:ext>
            </a:extLst>
          </p:cNvPr>
          <p:cNvCxnSpPr/>
          <p:nvPr/>
        </p:nvCxnSpPr>
        <p:spPr>
          <a:xfrm>
            <a:off x="8609647" y="2040580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08D78ED5-3F7B-3DF4-A2FD-B75FB06467A1}"/>
              </a:ext>
            </a:extLst>
          </p:cNvPr>
          <p:cNvSpPr txBox="1"/>
          <p:nvPr/>
        </p:nvSpPr>
        <p:spPr>
          <a:xfrm>
            <a:off x="8549690" y="2255229"/>
            <a:ext cx="30283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Fusce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ultrices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vulputate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metus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Cras ex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diam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convallis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facilisis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ut,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interdum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  <a:endParaRPr lang="it-IT" dirty="0"/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A3C60C38-FDEB-5311-F446-172AC77B5DCE}"/>
              </a:ext>
            </a:extLst>
          </p:cNvPr>
          <p:cNvSpPr txBox="1"/>
          <p:nvPr/>
        </p:nvSpPr>
        <p:spPr>
          <a:xfrm>
            <a:off x="11152298" y="1557548"/>
            <a:ext cx="681837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Edit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211BDB1-0BDD-A59B-E67B-6C0E522B9DEE}"/>
              </a:ext>
            </a:extLst>
          </p:cNvPr>
          <p:cNvSpPr txBox="1"/>
          <p:nvPr/>
        </p:nvSpPr>
        <p:spPr>
          <a:xfrm>
            <a:off x="4742822" y="2360266"/>
            <a:ext cx="3024661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Article</a:t>
            </a:r>
            <a:r>
              <a:rPr lang="it-IT" dirty="0"/>
              <a:t> </a:t>
            </a:r>
            <a:r>
              <a:rPr lang="it-IT" dirty="0" err="1"/>
              <a:t>title</a:t>
            </a:r>
            <a:r>
              <a:rPr lang="it-IT" dirty="0"/>
              <a:t> 92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98C48DA-EDE0-C2D0-D645-CD0904D7C4CB}"/>
              </a:ext>
            </a:extLst>
          </p:cNvPr>
          <p:cNvSpPr txBox="1"/>
          <p:nvPr/>
        </p:nvSpPr>
        <p:spPr>
          <a:xfrm>
            <a:off x="4742823" y="2884619"/>
            <a:ext cx="3024660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Article</a:t>
            </a:r>
            <a:r>
              <a:rPr lang="it-IT" dirty="0"/>
              <a:t> </a:t>
            </a:r>
            <a:r>
              <a:rPr lang="it-IT" dirty="0" err="1"/>
              <a:t>title</a:t>
            </a:r>
            <a:r>
              <a:rPr lang="it-IT" dirty="0"/>
              <a:t> 91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54E108B-2BC3-AC9B-B55B-4148C6594A20}"/>
              </a:ext>
            </a:extLst>
          </p:cNvPr>
          <p:cNvSpPr txBox="1"/>
          <p:nvPr/>
        </p:nvSpPr>
        <p:spPr>
          <a:xfrm>
            <a:off x="4742822" y="3430352"/>
            <a:ext cx="302465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Article</a:t>
            </a:r>
            <a:r>
              <a:rPr lang="it-IT" dirty="0"/>
              <a:t> </a:t>
            </a:r>
            <a:r>
              <a:rPr lang="it-IT" dirty="0" err="1"/>
              <a:t>title</a:t>
            </a:r>
            <a:r>
              <a:rPr lang="it-IT" dirty="0"/>
              <a:t> 90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48F022E-B104-8559-24F3-5FA5D024F0BE}"/>
              </a:ext>
            </a:extLst>
          </p:cNvPr>
          <p:cNvSpPr txBox="1"/>
          <p:nvPr/>
        </p:nvSpPr>
        <p:spPr>
          <a:xfrm>
            <a:off x="4742823" y="3936879"/>
            <a:ext cx="3024658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…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EC50245-E894-2B26-A9B8-3E2636B77E40}"/>
              </a:ext>
            </a:extLst>
          </p:cNvPr>
          <p:cNvSpPr txBox="1"/>
          <p:nvPr/>
        </p:nvSpPr>
        <p:spPr>
          <a:xfrm>
            <a:off x="8609647" y="5555926"/>
            <a:ext cx="158640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 dirty="0"/>
              <a:t>11/04/2025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E86A3A7E-F4EB-35CC-2CCC-6BD1D3DD1D88}"/>
              </a:ext>
            </a:extLst>
          </p:cNvPr>
          <p:cNvSpPr txBox="1"/>
          <p:nvPr/>
        </p:nvSpPr>
        <p:spPr>
          <a:xfrm>
            <a:off x="425362" y="6267961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api/</a:t>
            </a:r>
            <a:r>
              <a:rPr lang="it-IT" dirty="0" err="1"/>
              <a:t>showMyArticles</a:t>
            </a:r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D085CFE-2C1E-0569-7D70-5B6D486CA599}"/>
              </a:ext>
            </a:extLst>
          </p:cNvPr>
          <p:cNvSpPr txBox="1"/>
          <p:nvPr/>
        </p:nvSpPr>
        <p:spPr>
          <a:xfrm>
            <a:off x="4303346" y="6264847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api/</a:t>
            </a:r>
            <a:r>
              <a:rPr lang="it-IT" dirty="0" err="1"/>
              <a:t>showMyArticles</a:t>
            </a:r>
            <a:endParaRPr lang="it-IT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D32F8D1D-901C-9BA4-6903-B8B1911964E4}"/>
              </a:ext>
            </a:extLst>
          </p:cNvPr>
          <p:cNvSpPr txBox="1"/>
          <p:nvPr/>
        </p:nvSpPr>
        <p:spPr>
          <a:xfrm>
            <a:off x="8381710" y="6266700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api/</a:t>
            </a:r>
            <a:r>
              <a:rPr lang="it-IT" dirty="0" err="1"/>
              <a:t>showArticle</a:t>
            </a:r>
            <a:r>
              <a:rPr lang="it-IT" dirty="0"/>
              <a:t>/user/92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E6647FA6-DE50-8E89-54DC-37C89A23887E}"/>
              </a:ext>
            </a:extLst>
          </p:cNvPr>
          <p:cNvSpPr txBox="1"/>
          <p:nvPr/>
        </p:nvSpPr>
        <p:spPr>
          <a:xfrm>
            <a:off x="1382072" y="5477805"/>
            <a:ext cx="2325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newArticle</a:t>
            </a:r>
            <a:endParaRPr lang="it-IT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" name="Freccia in giù 22">
            <a:extLst>
              <a:ext uri="{FF2B5EF4-FFF2-40B4-BE49-F238E27FC236}">
                <a16:creationId xmlns:a16="http://schemas.microsoft.com/office/drawing/2014/main" id="{CE02D39A-BF40-F897-AB12-2F64E73EF6DC}"/>
              </a:ext>
            </a:extLst>
          </p:cNvPr>
          <p:cNvSpPr/>
          <p:nvPr/>
        </p:nvSpPr>
        <p:spPr>
          <a:xfrm rot="10800000">
            <a:off x="2165137" y="5137144"/>
            <a:ext cx="147484" cy="3412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16606260-BD96-CD34-DC05-930CB7971D90}"/>
              </a:ext>
            </a:extLst>
          </p:cNvPr>
          <p:cNvSpPr txBox="1"/>
          <p:nvPr/>
        </p:nvSpPr>
        <p:spPr>
          <a:xfrm>
            <a:off x="5419188" y="5703558"/>
            <a:ext cx="1868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newArticle</a:t>
            </a:r>
            <a:endParaRPr lang="it-IT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5" name="Freccia in giù 24">
            <a:extLst>
              <a:ext uri="{FF2B5EF4-FFF2-40B4-BE49-F238E27FC236}">
                <a16:creationId xmlns:a16="http://schemas.microsoft.com/office/drawing/2014/main" id="{A661C2E9-C238-FF17-A4B0-24E553AE0A2D}"/>
              </a:ext>
            </a:extLst>
          </p:cNvPr>
          <p:cNvSpPr/>
          <p:nvPr/>
        </p:nvSpPr>
        <p:spPr>
          <a:xfrm rot="10800000">
            <a:off x="6136682" y="5485760"/>
            <a:ext cx="118469" cy="24362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66D6800B-2967-9F5A-A000-EEE195C7E12F}"/>
              </a:ext>
            </a:extLst>
          </p:cNvPr>
          <p:cNvSpPr txBox="1"/>
          <p:nvPr/>
        </p:nvSpPr>
        <p:spPr>
          <a:xfrm>
            <a:off x="4853284" y="4519489"/>
            <a:ext cx="2857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showArticle</a:t>
            </a:r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/user/90</a:t>
            </a:r>
          </a:p>
        </p:txBody>
      </p:sp>
      <p:sp>
        <p:nvSpPr>
          <p:cNvPr id="28" name="Freccia in giù 27">
            <a:extLst>
              <a:ext uri="{FF2B5EF4-FFF2-40B4-BE49-F238E27FC236}">
                <a16:creationId xmlns:a16="http://schemas.microsoft.com/office/drawing/2014/main" id="{9149B7B5-89B5-87DB-BD42-BDDB00B608D6}"/>
              </a:ext>
            </a:extLst>
          </p:cNvPr>
          <p:cNvSpPr/>
          <p:nvPr/>
        </p:nvSpPr>
        <p:spPr>
          <a:xfrm rot="10800000">
            <a:off x="5996015" y="3864337"/>
            <a:ext cx="140665" cy="6310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4AD6D049-BEC9-451A-7F0D-F866698F5BAB}"/>
              </a:ext>
            </a:extLst>
          </p:cNvPr>
          <p:cNvSpPr txBox="1"/>
          <p:nvPr/>
        </p:nvSpPr>
        <p:spPr>
          <a:xfrm>
            <a:off x="8976223" y="660043"/>
            <a:ext cx="2857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mofifyArticle</a:t>
            </a:r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/92</a:t>
            </a:r>
          </a:p>
        </p:txBody>
      </p:sp>
      <p:sp>
        <p:nvSpPr>
          <p:cNvPr id="30" name="Freccia in giù 29">
            <a:extLst>
              <a:ext uri="{FF2B5EF4-FFF2-40B4-BE49-F238E27FC236}">
                <a16:creationId xmlns:a16="http://schemas.microsoft.com/office/drawing/2014/main" id="{54917C99-8D96-CCF8-D6CE-D3D7E4423DE8}"/>
              </a:ext>
            </a:extLst>
          </p:cNvPr>
          <p:cNvSpPr/>
          <p:nvPr/>
        </p:nvSpPr>
        <p:spPr>
          <a:xfrm rot="19620163">
            <a:off x="11006563" y="1056585"/>
            <a:ext cx="140665" cy="6310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4278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979944-82B3-3663-6E20-BC8F5C859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4B02CD8-40FF-F784-BFE5-A6E04AC55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1C2284-3439-0767-72A7-781D85B28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893AADC-70D2-DD88-1540-CE61BBDB2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2FFF44D-896E-49C0-03BE-4BEC1A4F7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User logged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8281BC-3CDB-436B-5B30-0FF42B459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0363E5-B96B-B9D4-0FFB-8E96719C1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F4AA4BCF-7C4C-FC2D-20E9-E5510ED35D7C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1C6519BD-9C7C-C7DA-8AC8-80AC20D7C2DD}"/>
              </a:ext>
            </a:extLst>
          </p:cNvPr>
          <p:cNvSpPr/>
          <p:nvPr/>
        </p:nvSpPr>
        <p:spPr>
          <a:xfrm>
            <a:off x="4331208" y="1397670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B80AEFF-6FBB-66ED-57A6-A7076FB5CACC}"/>
              </a:ext>
            </a:extLst>
          </p:cNvPr>
          <p:cNvSpPr txBox="1"/>
          <p:nvPr/>
        </p:nvSpPr>
        <p:spPr>
          <a:xfrm>
            <a:off x="5176411" y="1534050"/>
            <a:ext cx="181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New </a:t>
            </a:r>
            <a:r>
              <a:rPr lang="it-IT" dirty="0" err="1"/>
              <a:t>Article</a:t>
            </a:r>
            <a:endParaRPr lang="it-IT" dirty="0"/>
          </a:p>
        </p:txBody>
      </p: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9AC9681C-E722-BDBD-EFFA-AB9AB8DFA915}"/>
              </a:ext>
            </a:extLst>
          </p:cNvPr>
          <p:cNvCxnSpPr/>
          <p:nvPr/>
        </p:nvCxnSpPr>
        <p:spPr>
          <a:xfrm>
            <a:off x="4528579" y="2000864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725FDF60-8A66-1AAD-BA6C-CE968BDF42F6}"/>
              </a:ext>
            </a:extLst>
          </p:cNvPr>
          <p:cNvSpPr txBox="1"/>
          <p:nvPr/>
        </p:nvSpPr>
        <p:spPr>
          <a:xfrm>
            <a:off x="4493657" y="2070461"/>
            <a:ext cx="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Title: 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48710353-B6B6-DC9C-DBD3-0F1DEDAEB4DB}"/>
              </a:ext>
            </a:extLst>
          </p:cNvPr>
          <p:cNvSpPr txBox="1"/>
          <p:nvPr/>
        </p:nvSpPr>
        <p:spPr>
          <a:xfrm>
            <a:off x="5228845" y="2094014"/>
            <a:ext cx="2472252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…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0C88A31-21BD-CEA1-5732-7046824398C6}"/>
              </a:ext>
            </a:extLst>
          </p:cNvPr>
          <p:cNvSpPr txBox="1"/>
          <p:nvPr/>
        </p:nvSpPr>
        <p:spPr>
          <a:xfrm>
            <a:off x="4477483" y="2595724"/>
            <a:ext cx="824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Text: 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2AA5AE34-2A25-DB48-F7E0-F1C858B6A553}"/>
              </a:ext>
            </a:extLst>
          </p:cNvPr>
          <p:cNvSpPr txBox="1"/>
          <p:nvPr/>
        </p:nvSpPr>
        <p:spPr>
          <a:xfrm>
            <a:off x="4556791" y="2965056"/>
            <a:ext cx="3178822" cy="230832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Fusce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ultrices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vulputate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metus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Cras ex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diam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convallis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facilisis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ut,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interdum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  <a:endParaRPr lang="it-IT" dirty="0"/>
          </a:p>
          <a:p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8130C10-31EE-C1D2-BC54-841AB0566F06}"/>
              </a:ext>
            </a:extLst>
          </p:cNvPr>
          <p:cNvSpPr txBox="1"/>
          <p:nvPr/>
        </p:nvSpPr>
        <p:spPr>
          <a:xfrm>
            <a:off x="5302026" y="5497568"/>
            <a:ext cx="1810376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Post </a:t>
            </a:r>
            <a:r>
              <a:rPr lang="it-IT" dirty="0" err="1"/>
              <a:t>article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48401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460C48-9051-6628-07AB-07B76B7A8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1AD4C4E-3689-A2C2-7816-3AAA22F52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58FE4D-649F-B16E-04FE-9EDBA78F8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5C11369-0DBC-3BC9-7AEC-918059BE7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1725380-D034-401E-DC5C-FB9E49058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User logged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50868D-5456-55E7-7A49-01681843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AFFF2F-A6B0-006D-3B19-86E08304B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412AF555-4288-136F-0225-D0B24ED42967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313FA784-E2B5-2B5E-013D-2BB3B9D18FDB}"/>
              </a:ext>
            </a:extLst>
          </p:cNvPr>
          <p:cNvSpPr/>
          <p:nvPr/>
        </p:nvSpPr>
        <p:spPr>
          <a:xfrm>
            <a:off x="4331208" y="1397670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5A7E525-62FD-A843-68F9-54F00B9BBE1B}"/>
              </a:ext>
            </a:extLst>
          </p:cNvPr>
          <p:cNvSpPr txBox="1"/>
          <p:nvPr/>
        </p:nvSpPr>
        <p:spPr>
          <a:xfrm>
            <a:off x="5176411" y="1534050"/>
            <a:ext cx="181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New </a:t>
            </a:r>
            <a:r>
              <a:rPr lang="it-IT" dirty="0" err="1"/>
              <a:t>Article</a:t>
            </a:r>
            <a:endParaRPr lang="it-IT" dirty="0"/>
          </a:p>
        </p:txBody>
      </p: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CED353A2-AE0A-7106-F162-CA6BD88AF310}"/>
              </a:ext>
            </a:extLst>
          </p:cNvPr>
          <p:cNvCxnSpPr/>
          <p:nvPr/>
        </p:nvCxnSpPr>
        <p:spPr>
          <a:xfrm>
            <a:off x="4528579" y="2000864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61BFA8EE-1F77-6F5D-476F-D22F24D2808A}"/>
              </a:ext>
            </a:extLst>
          </p:cNvPr>
          <p:cNvSpPr txBox="1"/>
          <p:nvPr/>
        </p:nvSpPr>
        <p:spPr>
          <a:xfrm>
            <a:off x="4493657" y="2070461"/>
            <a:ext cx="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Title: 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9310290F-5555-2B27-4004-A8AACBFE9079}"/>
              </a:ext>
            </a:extLst>
          </p:cNvPr>
          <p:cNvSpPr txBox="1"/>
          <p:nvPr/>
        </p:nvSpPr>
        <p:spPr>
          <a:xfrm>
            <a:off x="5228845" y="2094014"/>
            <a:ext cx="2472252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…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560BF73C-CDBE-D20F-23D5-22A6A123C3E4}"/>
              </a:ext>
            </a:extLst>
          </p:cNvPr>
          <p:cNvSpPr txBox="1"/>
          <p:nvPr/>
        </p:nvSpPr>
        <p:spPr>
          <a:xfrm>
            <a:off x="4477483" y="2595724"/>
            <a:ext cx="824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Text: 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9DB0822E-4D95-CA53-1C61-1C13F6620CE2}"/>
              </a:ext>
            </a:extLst>
          </p:cNvPr>
          <p:cNvSpPr txBox="1"/>
          <p:nvPr/>
        </p:nvSpPr>
        <p:spPr>
          <a:xfrm>
            <a:off x="4556791" y="2965056"/>
            <a:ext cx="3178822" cy="230832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Fusce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ultrices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vulputate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metus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Cras ex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diam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convallis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facilisis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ut,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interdum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  <a:endParaRPr lang="it-IT" dirty="0"/>
          </a:p>
          <a:p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4E838C2-01D1-5404-44F8-85A955C7A295}"/>
              </a:ext>
            </a:extLst>
          </p:cNvPr>
          <p:cNvSpPr txBox="1"/>
          <p:nvPr/>
        </p:nvSpPr>
        <p:spPr>
          <a:xfrm>
            <a:off x="5302026" y="5497568"/>
            <a:ext cx="1810376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Post </a:t>
            </a:r>
            <a:r>
              <a:rPr lang="it-IT" dirty="0" err="1"/>
              <a:t>article</a:t>
            </a: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502BB60-8B8B-4A71-01DB-C05363157E44}"/>
              </a:ext>
            </a:extLst>
          </p:cNvPr>
          <p:cNvSpPr txBox="1"/>
          <p:nvPr/>
        </p:nvSpPr>
        <p:spPr>
          <a:xfrm>
            <a:off x="6621050" y="6220123"/>
            <a:ext cx="1868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writeArticle</a:t>
            </a:r>
            <a:endParaRPr lang="it-IT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Freccia in giù 6">
            <a:extLst>
              <a:ext uri="{FF2B5EF4-FFF2-40B4-BE49-F238E27FC236}">
                <a16:creationId xmlns:a16="http://schemas.microsoft.com/office/drawing/2014/main" id="{E1FE651A-B718-C5C1-D82F-E25B4873A8F0}"/>
              </a:ext>
            </a:extLst>
          </p:cNvPr>
          <p:cNvSpPr/>
          <p:nvPr/>
        </p:nvSpPr>
        <p:spPr>
          <a:xfrm rot="8228478">
            <a:off x="7138564" y="5885776"/>
            <a:ext cx="142426" cy="3299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4851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D2A020-2215-C160-827A-93ECC43F7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F853A3B-3AAF-1DB8-03E3-B02C2B6F8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51E510-E48E-259B-18D0-6B1A37F94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8B9A9DC-0990-8F09-2797-1DF476C24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B0D18F5-2E4C-73D9-9889-EB0B2626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User logged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500959-F900-7752-8E85-1A34816D3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246DC0-4FB3-D6B9-5B5F-5ACE9114C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A168E89E-AEB6-36E4-F870-B7D089907FE7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604DA286-D21A-F184-0461-9018BB0537BD}"/>
              </a:ext>
            </a:extLst>
          </p:cNvPr>
          <p:cNvSpPr/>
          <p:nvPr/>
        </p:nvSpPr>
        <p:spPr>
          <a:xfrm>
            <a:off x="1931127" y="1446348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E2D43D5-A34E-7ADA-B36B-6F91ED0191C1}"/>
              </a:ext>
            </a:extLst>
          </p:cNvPr>
          <p:cNvSpPr txBox="1"/>
          <p:nvPr/>
        </p:nvSpPr>
        <p:spPr>
          <a:xfrm>
            <a:off x="2776330" y="1582728"/>
            <a:ext cx="181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My followers</a:t>
            </a:r>
          </a:p>
        </p:txBody>
      </p: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508005E4-6D34-9ADD-DED0-4E0106DEF98E}"/>
              </a:ext>
            </a:extLst>
          </p:cNvPr>
          <p:cNvCxnSpPr/>
          <p:nvPr/>
        </p:nvCxnSpPr>
        <p:spPr>
          <a:xfrm>
            <a:off x="2128498" y="2049542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C0FAB504-BF18-538C-59DE-8D672C4E620C}"/>
              </a:ext>
            </a:extLst>
          </p:cNvPr>
          <p:cNvSpPr txBox="1"/>
          <p:nvPr/>
        </p:nvSpPr>
        <p:spPr>
          <a:xfrm>
            <a:off x="2156710" y="2313055"/>
            <a:ext cx="3255762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Search</a:t>
            </a:r>
            <a:r>
              <a:rPr lang="it-IT" dirty="0"/>
              <a:t> follower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57CAA435-5651-C277-CF87-7D33EBF52E38}"/>
              </a:ext>
            </a:extLst>
          </p:cNvPr>
          <p:cNvSpPr txBox="1"/>
          <p:nvPr/>
        </p:nvSpPr>
        <p:spPr>
          <a:xfrm>
            <a:off x="2133731" y="3390628"/>
            <a:ext cx="3255762" cy="20313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u="sng" dirty="0"/>
              <a:t>User A</a:t>
            </a:r>
          </a:p>
          <a:p>
            <a:r>
              <a:rPr lang="it-IT" u="sng" dirty="0"/>
              <a:t>User B</a:t>
            </a:r>
          </a:p>
          <a:p>
            <a:r>
              <a:rPr lang="it-IT" u="sng" dirty="0"/>
              <a:t>User C</a:t>
            </a:r>
          </a:p>
          <a:p>
            <a:r>
              <a:rPr lang="it-IT" u="sng" dirty="0"/>
              <a:t>User D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FDB57D87-6C4D-0765-E747-4A3D17159F2F}"/>
              </a:ext>
            </a:extLst>
          </p:cNvPr>
          <p:cNvSpPr txBox="1"/>
          <p:nvPr/>
        </p:nvSpPr>
        <p:spPr>
          <a:xfrm>
            <a:off x="1931127" y="2907505"/>
            <a:ext cx="181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Follower List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70C6881D-8C29-6548-FCB3-E5437FC22182}"/>
              </a:ext>
            </a:extLst>
          </p:cNvPr>
          <p:cNvSpPr/>
          <p:nvPr/>
        </p:nvSpPr>
        <p:spPr>
          <a:xfrm>
            <a:off x="6994926" y="1444858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D4216428-4C99-0D8F-3852-884E4B016D7C}"/>
              </a:ext>
            </a:extLst>
          </p:cNvPr>
          <p:cNvSpPr txBox="1"/>
          <p:nvPr/>
        </p:nvSpPr>
        <p:spPr>
          <a:xfrm>
            <a:off x="7840128" y="1581238"/>
            <a:ext cx="1863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Your </a:t>
            </a:r>
            <a:r>
              <a:rPr lang="it-IT" dirty="0" err="1"/>
              <a:t>followings</a:t>
            </a:r>
            <a:endParaRPr lang="it-IT" dirty="0"/>
          </a:p>
        </p:txBody>
      </p: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C3C6EAF6-6A10-CB1D-5385-BCD983253A16}"/>
              </a:ext>
            </a:extLst>
          </p:cNvPr>
          <p:cNvCxnSpPr/>
          <p:nvPr/>
        </p:nvCxnSpPr>
        <p:spPr>
          <a:xfrm>
            <a:off x="7192297" y="2048052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7FD4CC62-C95F-47AB-D87C-F135C09E8F9A}"/>
              </a:ext>
            </a:extLst>
          </p:cNvPr>
          <p:cNvSpPr txBox="1"/>
          <p:nvPr/>
        </p:nvSpPr>
        <p:spPr>
          <a:xfrm>
            <a:off x="7220509" y="2311565"/>
            <a:ext cx="3255762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Search</a:t>
            </a:r>
            <a:r>
              <a:rPr lang="it-IT" dirty="0"/>
              <a:t>..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10548015-6B00-5629-B627-4151B298D862}"/>
              </a:ext>
            </a:extLst>
          </p:cNvPr>
          <p:cNvSpPr txBox="1"/>
          <p:nvPr/>
        </p:nvSpPr>
        <p:spPr>
          <a:xfrm>
            <a:off x="7197530" y="3389138"/>
            <a:ext cx="3255762" cy="20313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u="sng" dirty="0"/>
              <a:t>User A</a:t>
            </a:r>
          </a:p>
          <a:p>
            <a:r>
              <a:rPr lang="it-IT" u="sng" dirty="0"/>
              <a:t>User B</a:t>
            </a:r>
          </a:p>
          <a:p>
            <a:r>
              <a:rPr lang="it-IT" u="sng" dirty="0"/>
              <a:t>User C</a:t>
            </a:r>
          </a:p>
          <a:p>
            <a:r>
              <a:rPr lang="it-IT" u="sng" dirty="0"/>
              <a:t>User D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8FA1D66C-7A4B-0F9F-CFA9-B18787481F52}"/>
              </a:ext>
            </a:extLst>
          </p:cNvPr>
          <p:cNvSpPr txBox="1"/>
          <p:nvPr/>
        </p:nvSpPr>
        <p:spPr>
          <a:xfrm>
            <a:off x="7122942" y="2922323"/>
            <a:ext cx="181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Followings</a:t>
            </a:r>
            <a:r>
              <a:rPr lang="it-IT" dirty="0"/>
              <a:t> List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6F23B25-D711-1735-BF95-EBBF330E70EC}"/>
              </a:ext>
            </a:extLst>
          </p:cNvPr>
          <p:cNvSpPr txBox="1"/>
          <p:nvPr/>
        </p:nvSpPr>
        <p:spPr>
          <a:xfrm>
            <a:off x="1789243" y="6253482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api/</a:t>
            </a:r>
            <a:r>
              <a:rPr lang="it-IT" dirty="0" err="1"/>
              <a:t>showMyFollowers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7D09C13-667C-3166-F449-0045494A4CA0}"/>
              </a:ext>
            </a:extLst>
          </p:cNvPr>
          <p:cNvSpPr txBox="1"/>
          <p:nvPr/>
        </p:nvSpPr>
        <p:spPr>
          <a:xfrm>
            <a:off x="6942838" y="6267105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api/</a:t>
            </a:r>
            <a:r>
              <a:rPr lang="it-IT" dirty="0" err="1"/>
              <a:t>showMyFollowings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16712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6CA888-1E32-26F9-1712-BA706AE9F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07E066A-B596-7579-1CBB-CA2E0EF43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4E915B-DA0A-FFBB-F0F6-8892CB9F5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63C3C78-F230-4970-CDEB-EB6163A9A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C6C57E7-6CAA-C6F6-C695-1FE2F529A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User logged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08F919-320A-D15D-0D78-31BB7D1A4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F7F52A-3B1A-B393-A3CB-AA79C0D85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D9E14D7F-5035-83A1-B994-1CE06F1719FA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1EA0ED08-E1AA-F1C1-EAE3-A9EBDB1D6A92}"/>
              </a:ext>
            </a:extLst>
          </p:cNvPr>
          <p:cNvSpPr/>
          <p:nvPr/>
        </p:nvSpPr>
        <p:spPr>
          <a:xfrm>
            <a:off x="1931127" y="1446348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AACD5AF-F76A-245C-3911-080FEC96EBEC}"/>
              </a:ext>
            </a:extLst>
          </p:cNvPr>
          <p:cNvSpPr txBox="1"/>
          <p:nvPr/>
        </p:nvSpPr>
        <p:spPr>
          <a:xfrm>
            <a:off x="2776330" y="1582728"/>
            <a:ext cx="181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My followers</a:t>
            </a:r>
          </a:p>
        </p:txBody>
      </p: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3ECCF919-9D4D-906B-827C-90D8D0E28024}"/>
              </a:ext>
            </a:extLst>
          </p:cNvPr>
          <p:cNvCxnSpPr/>
          <p:nvPr/>
        </p:nvCxnSpPr>
        <p:spPr>
          <a:xfrm>
            <a:off x="2128498" y="2049542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B79F8EB6-E10D-A28E-988D-51E6BC9470C2}"/>
              </a:ext>
            </a:extLst>
          </p:cNvPr>
          <p:cNvSpPr txBox="1"/>
          <p:nvPr/>
        </p:nvSpPr>
        <p:spPr>
          <a:xfrm>
            <a:off x="2156710" y="2313055"/>
            <a:ext cx="3255762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Search</a:t>
            </a:r>
            <a:r>
              <a:rPr lang="it-IT" dirty="0"/>
              <a:t> follower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BDB42818-6A00-E0AB-F3EE-FA452F533F33}"/>
              </a:ext>
            </a:extLst>
          </p:cNvPr>
          <p:cNvSpPr txBox="1"/>
          <p:nvPr/>
        </p:nvSpPr>
        <p:spPr>
          <a:xfrm>
            <a:off x="2133731" y="3390628"/>
            <a:ext cx="3255762" cy="20313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u="sng" dirty="0"/>
              <a:t>User A</a:t>
            </a:r>
          </a:p>
          <a:p>
            <a:r>
              <a:rPr lang="it-IT" u="sng" dirty="0"/>
              <a:t>User B</a:t>
            </a:r>
          </a:p>
          <a:p>
            <a:r>
              <a:rPr lang="it-IT" u="sng" dirty="0"/>
              <a:t>User C</a:t>
            </a:r>
          </a:p>
          <a:p>
            <a:r>
              <a:rPr lang="it-IT" u="sng" dirty="0"/>
              <a:t>User D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5CE5F16D-FD93-7B38-0003-CE23DBE37FB4}"/>
              </a:ext>
            </a:extLst>
          </p:cNvPr>
          <p:cNvSpPr txBox="1"/>
          <p:nvPr/>
        </p:nvSpPr>
        <p:spPr>
          <a:xfrm>
            <a:off x="1931127" y="2907505"/>
            <a:ext cx="181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Follower List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846B14AA-7AFF-9DEA-10CD-086C221DC367}"/>
              </a:ext>
            </a:extLst>
          </p:cNvPr>
          <p:cNvSpPr/>
          <p:nvPr/>
        </p:nvSpPr>
        <p:spPr>
          <a:xfrm>
            <a:off x="6994926" y="1444858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7734A2B9-D522-0F88-6684-10FA05220DF2}"/>
              </a:ext>
            </a:extLst>
          </p:cNvPr>
          <p:cNvSpPr txBox="1"/>
          <p:nvPr/>
        </p:nvSpPr>
        <p:spPr>
          <a:xfrm>
            <a:off x="7840128" y="1581238"/>
            <a:ext cx="1863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Your </a:t>
            </a:r>
            <a:r>
              <a:rPr lang="it-IT" dirty="0" err="1"/>
              <a:t>followings</a:t>
            </a:r>
            <a:endParaRPr lang="it-IT" dirty="0"/>
          </a:p>
        </p:txBody>
      </p: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C7AB2E8E-B1DE-13F2-77D1-5AC452B1491B}"/>
              </a:ext>
            </a:extLst>
          </p:cNvPr>
          <p:cNvCxnSpPr/>
          <p:nvPr/>
        </p:nvCxnSpPr>
        <p:spPr>
          <a:xfrm>
            <a:off x="7192297" y="2048052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F5F941B4-2EC9-FA8E-9496-DE4AA371BBBB}"/>
              </a:ext>
            </a:extLst>
          </p:cNvPr>
          <p:cNvSpPr txBox="1"/>
          <p:nvPr/>
        </p:nvSpPr>
        <p:spPr>
          <a:xfrm>
            <a:off x="7220509" y="2311565"/>
            <a:ext cx="3255762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Search</a:t>
            </a:r>
            <a:r>
              <a:rPr lang="it-IT" dirty="0"/>
              <a:t>..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487F8D4A-9049-F85D-C71F-1F6A76206FDA}"/>
              </a:ext>
            </a:extLst>
          </p:cNvPr>
          <p:cNvSpPr txBox="1"/>
          <p:nvPr/>
        </p:nvSpPr>
        <p:spPr>
          <a:xfrm>
            <a:off x="7197530" y="3389138"/>
            <a:ext cx="3255762" cy="20313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u="sng" dirty="0"/>
              <a:t>User A</a:t>
            </a:r>
          </a:p>
          <a:p>
            <a:r>
              <a:rPr lang="it-IT" u="sng" dirty="0"/>
              <a:t>User B</a:t>
            </a:r>
          </a:p>
          <a:p>
            <a:r>
              <a:rPr lang="it-IT" u="sng" dirty="0"/>
              <a:t>User C</a:t>
            </a:r>
          </a:p>
          <a:p>
            <a:r>
              <a:rPr lang="it-IT" u="sng" dirty="0"/>
              <a:t>User D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B9F95373-F50F-ACAB-3B9E-288AB9CB63D2}"/>
              </a:ext>
            </a:extLst>
          </p:cNvPr>
          <p:cNvSpPr txBox="1"/>
          <p:nvPr/>
        </p:nvSpPr>
        <p:spPr>
          <a:xfrm>
            <a:off x="7122942" y="2922323"/>
            <a:ext cx="181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Followings</a:t>
            </a:r>
            <a:r>
              <a:rPr lang="it-IT" dirty="0"/>
              <a:t> List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F01689F-479A-81BA-B392-677FA725BACD}"/>
              </a:ext>
            </a:extLst>
          </p:cNvPr>
          <p:cNvSpPr txBox="1"/>
          <p:nvPr/>
        </p:nvSpPr>
        <p:spPr>
          <a:xfrm>
            <a:off x="1789243" y="6253482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api/</a:t>
            </a:r>
            <a:r>
              <a:rPr lang="it-IT" dirty="0" err="1"/>
              <a:t>showMyFollowers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EC247C0-11A8-DC32-35B0-75BF28DF73A2}"/>
              </a:ext>
            </a:extLst>
          </p:cNvPr>
          <p:cNvSpPr txBox="1"/>
          <p:nvPr/>
        </p:nvSpPr>
        <p:spPr>
          <a:xfrm>
            <a:off x="6942838" y="6267105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api/</a:t>
            </a:r>
            <a:r>
              <a:rPr lang="it-IT" dirty="0" err="1"/>
              <a:t>showMyFollowings</a:t>
            </a: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6734865-2B8B-79D2-1AE8-270460B6EBE6}"/>
              </a:ext>
            </a:extLst>
          </p:cNvPr>
          <p:cNvSpPr txBox="1"/>
          <p:nvPr/>
        </p:nvSpPr>
        <p:spPr>
          <a:xfrm>
            <a:off x="3143214" y="3390907"/>
            <a:ext cx="2579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sz="1600" dirty="0" err="1">
                <a:solidFill>
                  <a:schemeClr val="accent2">
                    <a:lumMod val="75000"/>
                  </a:schemeClr>
                </a:solidFill>
              </a:rPr>
              <a:t>showUser</a:t>
            </a:r>
            <a:r>
              <a:rPr lang="it-IT" sz="1600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it-IT" sz="1600" dirty="0" err="1">
                <a:solidFill>
                  <a:schemeClr val="accent2">
                    <a:lumMod val="75000"/>
                  </a:schemeClr>
                </a:solidFill>
              </a:rPr>
              <a:t>User_A</a:t>
            </a:r>
            <a:endParaRPr lang="it-IT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Freccia in giù 6">
            <a:extLst>
              <a:ext uri="{FF2B5EF4-FFF2-40B4-BE49-F238E27FC236}">
                <a16:creationId xmlns:a16="http://schemas.microsoft.com/office/drawing/2014/main" id="{BDFFF379-DC4B-175F-FC71-22CC262CE2E3}"/>
              </a:ext>
            </a:extLst>
          </p:cNvPr>
          <p:cNvSpPr/>
          <p:nvPr/>
        </p:nvSpPr>
        <p:spPr>
          <a:xfrm rot="5400000">
            <a:off x="3027214" y="3426969"/>
            <a:ext cx="118469" cy="24362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BA462CB-548D-DB0C-7037-8628150F2978}"/>
              </a:ext>
            </a:extLst>
          </p:cNvPr>
          <p:cNvSpPr txBox="1"/>
          <p:nvPr/>
        </p:nvSpPr>
        <p:spPr>
          <a:xfrm>
            <a:off x="8275970" y="3428035"/>
            <a:ext cx="2579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sz="1600" dirty="0" err="1">
                <a:solidFill>
                  <a:schemeClr val="accent2">
                    <a:lumMod val="75000"/>
                  </a:schemeClr>
                </a:solidFill>
              </a:rPr>
              <a:t>showUser</a:t>
            </a:r>
            <a:r>
              <a:rPr lang="it-IT" sz="1600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it-IT" sz="1600" dirty="0" err="1">
                <a:solidFill>
                  <a:schemeClr val="accent2">
                    <a:lumMod val="75000"/>
                  </a:schemeClr>
                </a:solidFill>
              </a:rPr>
              <a:t>User_A</a:t>
            </a:r>
            <a:endParaRPr lang="it-IT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" name="Freccia in giù 10">
            <a:extLst>
              <a:ext uri="{FF2B5EF4-FFF2-40B4-BE49-F238E27FC236}">
                <a16:creationId xmlns:a16="http://schemas.microsoft.com/office/drawing/2014/main" id="{8367DDA2-A52C-4A80-67F8-F864E0EB02E9}"/>
              </a:ext>
            </a:extLst>
          </p:cNvPr>
          <p:cNvSpPr/>
          <p:nvPr/>
        </p:nvSpPr>
        <p:spPr>
          <a:xfrm rot="5400000">
            <a:off x="8159970" y="3464097"/>
            <a:ext cx="118469" cy="24362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933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509581-2A52-2015-5E4E-AD0E064D7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501D4D8-624C-256E-E8AB-C55B02C3F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965B4A-C714-3017-5393-5178FCC07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65B14A0-5A6D-B7B4-F558-0A9E107F7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E78EB43-C240-8104-B182-196051FB3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User logged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F1724B-7AE2-546E-7DA1-75ED00DFE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7872A1-C1BB-358E-5AD2-D6998646D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EDA042C-886F-7F5E-EC9F-FC43DDBFEA05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696E1F77-578B-3A9F-8F49-AD5420C9A84E}"/>
              </a:ext>
            </a:extLst>
          </p:cNvPr>
          <p:cNvSpPr/>
          <p:nvPr/>
        </p:nvSpPr>
        <p:spPr>
          <a:xfrm>
            <a:off x="2105243" y="1444858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3DBD75C-9C53-BB70-9305-6D776938D1B0}"/>
              </a:ext>
            </a:extLst>
          </p:cNvPr>
          <p:cNvSpPr txBox="1"/>
          <p:nvPr/>
        </p:nvSpPr>
        <p:spPr>
          <a:xfrm>
            <a:off x="2950446" y="1581238"/>
            <a:ext cx="181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Searching</a:t>
            </a:r>
            <a:endParaRPr lang="it-IT" dirty="0"/>
          </a:p>
        </p:txBody>
      </p: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2B8E6E65-6554-E7C8-7379-4954ABE2C91C}"/>
              </a:ext>
            </a:extLst>
          </p:cNvPr>
          <p:cNvCxnSpPr/>
          <p:nvPr/>
        </p:nvCxnSpPr>
        <p:spPr>
          <a:xfrm>
            <a:off x="2302614" y="2048052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tangolo 4">
            <a:extLst>
              <a:ext uri="{FF2B5EF4-FFF2-40B4-BE49-F238E27FC236}">
                <a16:creationId xmlns:a16="http://schemas.microsoft.com/office/drawing/2014/main" id="{CE985ED8-2612-F6D9-7AF9-2EEBBB75383C}"/>
              </a:ext>
            </a:extLst>
          </p:cNvPr>
          <p:cNvSpPr/>
          <p:nvPr/>
        </p:nvSpPr>
        <p:spPr>
          <a:xfrm>
            <a:off x="7091563" y="1444858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7BD087B-063F-2B82-0650-FC4271FDAE58}"/>
              </a:ext>
            </a:extLst>
          </p:cNvPr>
          <p:cNvSpPr txBox="1"/>
          <p:nvPr/>
        </p:nvSpPr>
        <p:spPr>
          <a:xfrm>
            <a:off x="6861467" y="1597723"/>
            <a:ext cx="1647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User H</a:t>
            </a:r>
          </a:p>
        </p:txBody>
      </p: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A69D5359-82DE-4FD3-0E07-1DC43FC1EFB0}"/>
              </a:ext>
            </a:extLst>
          </p:cNvPr>
          <p:cNvCxnSpPr/>
          <p:nvPr/>
        </p:nvCxnSpPr>
        <p:spPr>
          <a:xfrm>
            <a:off x="7288934" y="2048052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F35B2F55-4D21-2EE6-C96F-43B9CCAB41AA}"/>
              </a:ext>
            </a:extLst>
          </p:cNvPr>
          <p:cNvSpPr txBox="1"/>
          <p:nvPr/>
        </p:nvSpPr>
        <p:spPr>
          <a:xfrm>
            <a:off x="2330826" y="2311565"/>
            <a:ext cx="3255762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…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C767F3A3-8ECD-0FCD-81CB-32CDCB391073}"/>
              </a:ext>
            </a:extLst>
          </p:cNvPr>
          <p:cNvSpPr txBox="1"/>
          <p:nvPr/>
        </p:nvSpPr>
        <p:spPr>
          <a:xfrm>
            <a:off x="8710873" y="1581225"/>
            <a:ext cx="1810376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Follow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3F3997E-C8B7-58D4-6F76-98833BE97D48}"/>
              </a:ext>
            </a:extLst>
          </p:cNvPr>
          <p:cNvSpPr txBox="1"/>
          <p:nvPr/>
        </p:nvSpPr>
        <p:spPr>
          <a:xfrm>
            <a:off x="7430849" y="2360266"/>
            <a:ext cx="3024661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Article</a:t>
            </a:r>
            <a:r>
              <a:rPr lang="it-IT" dirty="0"/>
              <a:t> </a:t>
            </a:r>
            <a:r>
              <a:rPr lang="it-IT" dirty="0" err="1"/>
              <a:t>title</a:t>
            </a:r>
            <a:r>
              <a:rPr lang="it-IT" dirty="0"/>
              <a:t> 92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76D1D53-FD72-4FCA-015C-A97B49C71B0E}"/>
              </a:ext>
            </a:extLst>
          </p:cNvPr>
          <p:cNvSpPr txBox="1"/>
          <p:nvPr/>
        </p:nvSpPr>
        <p:spPr>
          <a:xfrm>
            <a:off x="7430850" y="2884619"/>
            <a:ext cx="3024660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Article</a:t>
            </a:r>
            <a:r>
              <a:rPr lang="it-IT" dirty="0"/>
              <a:t> </a:t>
            </a:r>
            <a:r>
              <a:rPr lang="it-IT" dirty="0" err="1"/>
              <a:t>title</a:t>
            </a:r>
            <a:r>
              <a:rPr lang="it-IT" dirty="0"/>
              <a:t> 91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A28848A-F2C0-34CF-43A2-348B2FCA235A}"/>
              </a:ext>
            </a:extLst>
          </p:cNvPr>
          <p:cNvSpPr txBox="1"/>
          <p:nvPr/>
        </p:nvSpPr>
        <p:spPr>
          <a:xfrm>
            <a:off x="7430849" y="3430352"/>
            <a:ext cx="302465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Article</a:t>
            </a:r>
            <a:r>
              <a:rPr lang="it-IT" dirty="0"/>
              <a:t> </a:t>
            </a:r>
            <a:r>
              <a:rPr lang="it-IT" dirty="0" err="1"/>
              <a:t>title</a:t>
            </a:r>
            <a:r>
              <a:rPr lang="it-IT" dirty="0"/>
              <a:t> 90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A498A36-8375-658A-32BF-E2DA575F0548}"/>
              </a:ext>
            </a:extLst>
          </p:cNvPr>
          <p:cNvSpPr txBox="1"/>
          <p:nvPr/>
        </p:nvSpPr>
        <p:spPr>
          <a:xfrm>
            <a:off x="7430850" y="3936879"/>
            <a:ext cx="3024658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…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971401C8-1EFF-01AA-676D-4EC59DBF332E}"/>
              </a:ext>
            </a:extLst>
          </p:cNvPr>
          <p:cNvSpPr txBox="1"/>
          <p:nvPr/>
        </p:nvSpPr>
        <p:spPr>
          <a:xfrm>
            <a:off x="2307847" y="3389138"/>
            <a:ext cx="3255762" cy="258532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u="sng" dirty="0"/>
              <a:t>Player 1</a:t>
            </a:r>
          </a:p>
          <a:p>
            <a:r>
              <a:rPr lang="it-IT" u="sng" dirty="0"/>
              <a:t>Coach x</a:t>
            </a:r>
          </a:p>
          <a:p>
            <a:r>
              <a:rPr lang="it-IT" u="sng" dirty="0"/>
              <a:t>Team z</a:t>
            </a:r>
          </a:p>
          <a:p>
            <a:r>
              <a:rPr lang="it-IT" u="sng" dirty="0"/>
              <a:t>Player 5</a:t>
            </a:r>
          </a:p>
          <a:p>
            <a:r>
              <a:rPr lang="it-IT" u="sng" dirty="0"/>
              <a:t>User H</a:t>
            </a:r>
          </a:p>
          <a:p>
            <a:r>
              <a:rPr lang="it-IT" u="sng" dirty="0"/>
              <a:t>User B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F2C10F64-1177-1D5F-BF6F-A0FF8CF8680F}"/>
              </a:ext>
            </a:extLst>
          </p:cNvPr>
          <p:cNvSpPr txBox="1"/>
          <p:nvPr/>
        </p:nvSpPr>
        <p:spPr>
          <a:xfrm>
            <a:off x="1945311" y="2883426"/>
            <a:ext cx="181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Results</a:t>
            </a:r>
            <a:r>
              <a:rPr lang="it-IT" dirty="0"/>
              <a:t>: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7FC2B9B6-740A-71B0-A5C4-E40B2C172BA8}"/>
              </a:ext>
            </a:extLst>
          </p:cNvPr>
          <p:cNvSpPr txBox="1"/>
          <p:nvPr/>
        </p:nvSpPr>
        <p:spPr>
          <a:xfrm>
            <a:off x="2026834" y="6290890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api/</a:t>
            </a:r>
            <a:r>
              <a:rPr lang="it-IT" dirty="0" err="1"/>
              <a:t>search</a:t>
            </a:r>
            <a:endParaRPr lang="it-IT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AEE8DF18-C961-1DDA-39CB-42BACE596B89}"/>
              </a:ext>
            </a:extLst>
          </p:cNvPr>
          <p:cNvSpPr txBox="1"/>
          <p:nvPr/>
        </p:nvSpPr>
        <p:spPr>
          <a:xfrm>
            <a:off x="7091563" y="6267092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api/</a:t>
            </a:r>
            <a:r>
              <a:rPr lang="it-IT" dirty="0" err="1"/>
              <a:t>showUser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423930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268BA9-2CC4-B449-6C76-58635AF4E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3AD8114-32FA-6F70-6FEE-EE22E5960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FA3D25-BF26-3C58-FC02-8C66C5142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4640814-7CBB-162D-46D4-7E465DFC4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B1B2303-4D2E-7E63-5939-927E072EE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User logged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DBE7F5-9D7A-447B-DAFD-735F5AB94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F27F32-392C-E3E8-979D-6ECBFB4CD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8E869060-1519-DDA0-8E37-7FF4EA1D768D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DA85C600-1E05-AC18-2FA5-7E1270039F23}"/>
              </a:ext>
            </a:extLst>
          </p:cNvPr>
          <p:cNvSpPr/>
          <p:nvPr/>
        </p:nvSpPr>
        <p:spPr>
          <a:xfrm>
            <a:off x="2105243" y="1444858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3B310B1-A32A-4B6F-992D-EB672378453C}"/>
              </a:ext>
            </a:extLst>
          </p:cNvPr>
          <p:cNvSpPr txBox="1"/>
          <p:nvPr/>
        </p:nvSpPr>
        <p:spPr>
          <a:xfrm>
            <a:off x="2950446" y="1581238"/>
            <a:ext cx="181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Searching</a:t>
            </a:r>
            <a:endParaRPr lang="it-IT" dirty="0"/>
          </a:p>
        </p:txBody>
      </p: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D0D8693D-3D1D-63C3-D203-66045C1FD208}"/>
              </a:ext>
            </a:extLst>
          </p:cNvPr>
          <p:cNvCxnSpPr/>
          <p:nvPr/>
        </p:nvCxnSpPr>
        <p:spPr>
          <a:xfrm>
            <a:off x="2302614" y="2048052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tangolo 4">
            <a:extLst>
              <a:ext uri="{FF2B5EF4-FFF2-40B4-BE49-F238E27FC236}">
                <a16:creationId xmlns:a16="http://schemas.microsoft.com/office/drawing/2014/main" id="{F79DDA82-44E0-F1D2-1E06-D63A7044B984}"/>
              </a:ext>
            </a:extLst>
          </p:cNvPr>
          <p:cNvSpPr/>
          <p:nvPr/>
        </p:nvSpPr>
        <p:spPr>
          <a:xfrm>
            <a:off x="7091563" y="1444858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00AA4A7-99C8-BD90-6FCC-DC5243D7D781}"/>
              </a:ext>
            </a:extLst>
          </p:cNvPr>
          <p:cNvSpPr txBox="1"/>
          <p:nvPr/>
        </p:nvSpPr>
        <p:spPr>
          <a:xfrm>
            <a:off x="6861467" y="1597723"/>
            <a:ext cx="1647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User H</a:t>
            </a:r>
          </a:p>
        </p:txBody>
      </p: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61060373-65C7-2846-5A46-C535AAF2C742}"/>
              </a:ext>
            </a:extLst>
          </p:cNvPr>
          <p:cNvCxnSpPr/>
          <p:nvPr/>
        </p:nvCxnSpPr>
        <p:spPr>
          <a:xfrm>
            <a:off x="7288934" y="2048052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CA45EC05-8B09-151F-D610-5EB2C94A4C8E}"/>
              </a:ext>
            </a:extLst>
          </p:cNvPr>
          <p:cNvSpPr txBox="1"/>
          <p:nvPr/>
        </p:nvSpPr>
        <p:spPr>
          <a:xfrm>
            <a:off x="2330826" y="2311565"/>
            <a:ext cx="3255762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…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A998E5E6-B07B-81B4-1974-3B529CC10A04}"/>
              </a:ext>
            </a:extLst>
          </p:cNvPr>
          <p:cNvSpPr txBox="1"/>
          <p:nvPr/>
        </p:nvSpPr>
        <p:spPr>
          <a:xfrm>
            <a:off x="8710873" y="1581225"/>
            <a:ext cx="1810376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Follow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3776E51-2E17-17C0-B46A-5D27CB2C7653}"/>
              </a:ext>
            </a:extLst>
          </p:cNvPr>
          <p:cNvSpPr txBox="1"/>
          <p:nvPr/>
        </p:nvSpPr>
        <p:spPr>
          <a:xfrm>
            <a:off x="7430849" y="2360266"/>
            <a:ext cx="3024661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Article</a:t>
            </a:r>
            <a:r>
              <a:rPr lang="it-IT" dirty="0"/>
              <a:t> </a:t>
            </a:r>
            <a:r>
              <a:rPr lang="it-IT" dirty="0" err="1"/>
              <a:t>title</a:t>
            </a:r>
            <a:r>
              <a:rPr lang="it-IT" dirty="0"/>
              <a:t> 92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38486E8-3936-6A22-2FF6-71E15E9E4EEE}"/>
              </a:ext>
            </a:extLst>
          </p:cNvPr>
          <p:cNvSpPr txBox="1"/>
          <p:nvPr/>
        </p:nvSpPr>
        <p:spPr>
          <a:xfrm>
            <a:off x="7430850" y="2884619"/>
            <a:ext cx="3024660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Article</a:t>
            </a:r>
            <a:r>
              <a:rPr lang="it-IT" dirty="0"/>
              <a:t> </a:t>
            </a:r>
            <a:r>
              <a:rPr lang="it-IT" dirty="0" err="1"/>
              <a:t>title</a:t>
            </a:r>
            <a:r>
              <a:rPr lang="it-IT" dirty="0"/>
              <a:t> 91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F192E8E-D31B-6EF0-7EB7-E7178ED1EBAD}"/>
              </a:ext>
            </a:extLst>
          </p:cNvPr>
          <p:cNvSpPr txBox="1"/>
          <p:nvPr/>
        </p:nvSpPr>
        <p:spPr>
          <a:xfrm>
            <a:off x="7430849" y="3430352"/>
            <a:ext cx="302465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Article</a:t>
            </a:r>
            <a:r>
              <a:rPr lang="it-IT" dirty="0"/>
              <a:t> </a:t>
            </a:r>
            <a:r>
              <a:rPr lang="it-IT" dirty="0" err="1"/>
              <a:t>title</a:t>
            </a:r>
            <a:r>
              <a:rPr lang="it-IT" dirty="0"/>
              <a:t> 90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F996CE4-5363-5D68-30D4-E1F2C1E016DA}"/>
              </a:ext>
            </a:extLst>
          </p:cNvPr>
          <p:cNvSpPr txBox="1"/>
          <p:nvPr/>
        </p:nvSpPr>
        <p:spPr>
          <a:xfrm>
            <a:off x="7430850" y="3936879"/>
            <a:ext cx="3024658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…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E4A6DC1F-E253-7602-626F-FE04591A2413}"/>
              </a:ext>
            </a:extLst>
          </p:cNvPr>
          <p:cNvSpPr txBox="1"/>
          <p:nvPr/>
        </p:nvSpPr>
        <p:spPr>
          <a:xfrm>
            <a:off x="2307847" y="3389138"/>
            <a:ext cx="3255762" cy="258532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u="sng" dirty="0"/>
              <a:t>Player 1</a:t>
            </a:r>
          </a:p>
          <a:p>
            <a:r>
              <a:rPr lang="it-IT" u="sng" dirty="0"/>
              <a:t>Coach x</a:t>
            </a:r>
          </a:p>
          <a:p>
            <a:r>
              <a:rPr lang="it-IT" u="sng" dirty="0"/>
              <a:t>Team z</a:t>
            </a:r>
          </a:p>
          <a:p>
            <a:r>
              <a:rPr lang="it-IT" u="sng" dirty="0"/>
              <a:t>Player 5</a:t>
            </a:r>
          </a:p>
          <a:p>
            <a:r>
              <a:rPr lang="it-IT" u="sng" dirty="0"/>
              <a:t>User H</a:t>
            </a:r>
          </a:p>
          <a:p>
            <a:r>
              <a:rPr lang="it-IT" u="sng" dirty="0"/>
              <a:t>User B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9DE7500-66C0-4BCA-BE8B-EC784296C67A}"/>
              </a:ext>
            </a:extLst>
          </p:cNvPr>
          <p:cNvSpPr txBox="1"/>
          <p:nvPr/>
        </p:nvSpPr>
        <p:spPr>
          <a:xfrm>
            <a:off x="1945311" y="2883426"/>
            <a:ext cx="181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Results</a:t>
            </a:r>
            <a:r>
              <a:rPr lang="it-IT" dirty="0"/>
              <a:t>: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3C2C0F9B-1433-9426-DB05-FBFE4ECD67E5}"/>
              </a:ext>
            </a:extLst>
          </p:cNvPr>
          <p:cNvSpPr txBox="1"/>
          <p:nvPr/>
        </p:nvSpPr>
        <p:spPr>
          <a:xfrm>
            <a:off x="2026834" y="6290890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api/</a:t>
            </a:r>
            <a:r>
              <a:rPr lang="it-IT" dirty="0" err="1"/>
              <a:t>search</a:t>
            </a:r>
            <a:endParaRPr lang="it-IT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90BD6690-2605-41DC-4340-27651A486033}"/>
              </a:ext>
            </a:extLst>
          </p:cNvPr>
          <p:cNvSpPr txBox="1"/>
          <p:nvPr/>
        </p:nvSpPr>
        <p:spPr>
          <a:xfrm>
            <a:off x="7091563" y="6267092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api/</a:t>
            </a:r>
            <a:r>
              <a:rPr lang="it-IT" dirty="0" err="1"/>
              <a:t>showUser</a:t>
            </a:r>
            <a:endParaRPr lang="it-IT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99A8F970-0D96-2850-622D-F378B95F6F6B}"/>
              </a:ext>
            </a:extLst>
          </p:cNvPr>
          <p:cNvSpPr txBox="1"/>
          <p:nvPr/>
        </p:nvSpPr>
        <p:spPr>
          <a:xfrm>
            <a:off x="9318569" y="635971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api/follow/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userH</a:t>
            </a:r>
            <a:endParaRPr lang="it-IT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" name="Freccia in giù 22">
            <a:extLst>
              <a:ext uri="{FF2B5EF4-FFF2-40B4-BE49-F238E27FC236}">
                <a16:creationId xmlns:a16="http://schemas.microsoft.com/office/drawing/2014/main" id="{298DAF21-8881-1B82-D86F-D0CCDF58C33D}"/>
              </a:ext>
            </a:extLst>
          </p:cNvPr>
          <p:cNvSpPr/>
          <p:nvPr/>
        </p:nvSpPr>
        <p:spPr>
          <a:xfrm>
            <a:off x="9763432" y="1005303"/>
            <a:ext cx="147484" cy="3412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C9DCB7AA-369C-B092-8E57-B7309DC45D0C}"/>
              </a:ext>
            </a:extLst>
          </p:cNvPr>
          <p:cNvSpPr txBox="1"/>
          <p:nvPr/>
        </p:nvSpPr>
        <p:spPr>
          <a:xfrm>
            <a:off x="7737658" y="4710285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userH</a:t>
            </a:r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showArticle</a:t>
            </a:r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/90</a:t>
            </a:r>
          </a:p>
        </p:txBody>
      </p:sp>
      <p:sp>
        <p:nvSpPr>
          <p:cNvPr id="25" name="Freccia in giù 24">
            <a:extLst>
              <a:ext uri="{FF2B5EF4-FFF2-40B4-BE49-F238E27FC236}">
                <a16:creationId xmlns:a16="http://schemas.microsoft.com/office/drawing/2014/main" id="{54653102-EB3D-CEC1-D4C6-8366AE4E5A73}"/>
              </a:ext>
            </a:extLst>
          </p:cNvPr>
          <p:cNvSpPr/>
          <p:nvPr/>
        </p:nvSpPr>
        <p:spPr>
          <a:xfrm rot="10800000">
            <a:off x="8943178" y="3898007"/>
            <a:ext cx="131996" cy="782518"/>
          </a:xfrm>
          <a:prstGeom prst="downArrow">
            <a:avLst>
              <a:gd name="adj1" fmla="val 50000"/>
              <a:gd name="adj2" fmla="val 10628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61BE8966-EDFD-6D20-B91F-8DDAAF31E887}"/>
              </a:ext>
            </a:extLst>
          </p:cNvPr>
          <p:cNvSpPr txBox="1"/>
          <p:nvPr/>
        </p:nvSpPr>
        <p:spPr>
          <a:xfrm>
            <a:off x="3479594" y="3414396"/>
            <a:ext cx="3657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showPlayer</a:t>
            </a:r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/Player1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13275517-03AE-8E72-396B-11F3EC646348}"/>
              </a:ext>
            </a:extLst>
          </p:cNvPr>
          <p:cNvSpPr txBox="1"/>
          <p:nvPr/>
        </p:nvSpPr>
        <p:spPr>
          <a:xfrm>
            <a:off x="3418337" y="3696264"/>
            <a:ext cx="3657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showCoach</a:t>
            </a:r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Coachx</a:t>
            </a:r>
            <a:endParaRPr lang="it-IT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008271A4-AA16-7631-79AE-3ADA0A8B5ABB}"/>
              </a:ext>
            </a:extLst>
          </p:cNvPr>
          <p:cNvSpPr txBox="1"/>
          <p:nvPr/>
        </p:nvSpPr>
        <p:spPr>
          <a:xfrm>
            <a:off x="3372979" y="3995646"/>
            <a:ext cx="3657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showTeam</a:t>
            </a:r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Teamz</a:t>
            </a:r>
            <a:endParaRPr lang="it-IT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1" name="Freccia in giù 30">
            <a:extLst>
              <a:ext uri="{FF2B5EF4-FFF2-40B4-BE49-F238E27FC236}">
                <a16:creationId xmlns:a16="http://schemas.microsoft.com/office/drawing/2014/main" id="{C88D7B48-DA2A-2B5F-E047-28BCF57A43D5}"/>
              </a:ext>
            </a:extLst>
          </p:cNvPr>
          <p:cNvSpPr/>
          <p:nvPr/>
        </p:nvSpPr>
        <p:spPr>
          <a:xfrm rot="5400000">
            <a:off x="3371254" y="3466807"/>
            <a:ext cx="94165" cy="2227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Freccia in giù 32">
            <a:extLst>
              <a:ext uri="{FF2B5EF4-FFF2-40B4-BE49-F238E27FC236}">
                <a16:creationId xmlns:a16="http://schemas.microsoft.com/office/drawing/2014/main" id="{0AFB845B-D7F1-2631-B1B8-5E9E81FA48C8}"/>
              </a:ext>
            </a:extLst>
          </p:cNvPr>
          <p:cNvSpPr/>
          <p:nvPr/>
        </p:nvSpPr>
        <p:spPr>
          <a:xfrm rot="5400000">
            <a:off x="3325667" y="3782953"/>
            <a:ext cx="135243" cy="1726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Freccia in giù 33">
            <a:extLst>
              <a:ext uri="{FF2B5EF4-FFF2-40B4-BE49-F238E27FC236}">
                <a16:creationId xmlns:a16="http://schemas.microsoft.com/office/drawing/2014/main" id="{3DA5835B-FE2D-1C8B-93CD-B002FE09868B}"/>
              </a:ext>
            </a:extLst>
          </p:cNvPr>
          <p:cNvSpPr/>
          <p:nvPr/>
        </p:nvSpPr>
        <p:spPr>
          <a:xfrm rot="5400000">
            <a:off x="3281738" y="4029069"/>
            <a:ext cx="94165" cy="2227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4665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A019B9-5611-1B6C-9804-F265A54A9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2668D5F-A4B2-345E-049E-C0F9E222A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571553-A77D-B98B-1554-8D1429076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A0E03C6-C1C5-17C4-3DEE-AA06F7644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94AE498-BF97-0A09-ADBC-E9C4863E4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User logged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F4C266-1301-445F-631F-E15E091CE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0BAB35-4389-8AC2-0E59-828E6A582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34FEC549-ACA3-8A03-7EBE-1A5DA94684D1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2644E5BB-36EF-0A8E-0334-16D229710B87}"/>
              </a:ext>
            </a:extLst>
          </p:cNvPr>
          <p:cNvSpPr/>
          <p:nvPr/>
        </p:nvSpPr>
        <p:spPr>
          <a:xfrm>
            <a:off x="1405573" y="1332047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BB1DAC5-10E1-478F-ED83-E4DDE088EBBA}"/>
              </a:ext>
            </a:extLst>
          </p:cNvPr>
          <p:cNvSpPr txBox="1"/>
          <p:nvPr/>
        </p:nvSpPr>
        <p:spPr>
          <a:xfrm>
            <a:off x="1533589" y="1484912"/>
            <a:ext cx="1875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Josè Mourinho</a:t>
            </a:r>
          </a:p>
        </p:txBody>
      </p: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781D2A97-1581-F5B6-233B-6711153CDE8C}"/>
              </a:ext>
            </a:extLst>
          </p:cNvPr>
          <p:cNvCxnSpPr/>
          <p:nvPr/>
        </p:nvCxnSpPr>
        <p:spPr>
          <a:xfrm>
            <a:off x="1602944" y="1935241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A5372561-86F7-B295-1DE2-3E0A0312C0E2}"/>
              </a:ext>
            </a:extLst>
          </p:cNvPr>
          <p:cNvSpPr txBox="1"/>
          <p:nvPr/>
        </p:nvSpPr>
        <p:spPr>
          <a:xfrm>
            <a:off x="3804447" y="1468414"/>
            <a:ext cx="1030812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Like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E391759-B389-57CE-C2C0-38E6322641A4}"/>
              </a:ext>
            </a:extLst>
          </p:cNvPr>
          <p:cNvSpPr txBox="1"/>
          <p:nvPr/>
        </p:nvSpPr>
        <p:spPr>
          <a:xfrm>
            <a:off x="1766322" y="5424952"/>
            <a:ext cx="3024658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Trained</a:t>
            </a:r>
            <a:r>
              <a:rPr lang="it-IT" dirty="0"/>
              <a:t> teams history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4E37B39-EF5F-F6E9-E280-0661FFFA283D}"/>
              </a:ext>
            </a:extLst>
          </p:cNvPr>
          <p:cNvSpPr txBox="1"/>
          <p:nvPr/>
        </p:nvSpPr>
        <p:spPr>
          <a:xfrm>
            <a:off x="1602944" y="2050173"/>
            <a:ext cx="3166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Coach of:       </a:t>
            </a:r>
            <a:r>
              <a:rPr lang="it-IT" u="sng" dirty="0"/>
              <a:t>Roma F.C.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8A2D37A3-2D36-F137-4423-F785796FD786}"/>
              </a:ext>
            </a:extLst>
          </p:cNvPr>
          <p:cNvSpPr txBox="1"/>
          <p:nvPr/>
        </p:nvSpPr>
        <p:spPr>
          <a:xfrm>
            <a:off x="1722044" y="2551618"/>
            <a:ext cx="31132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General info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1CD5310D-78DA-5F6E-1A96-ACFF9191F2A5}"/>
              </a:ext>
            </a:extLst>
          </p:cNvPr>
          <p:cNvSpPr/>
          <p:nvPr/>
        </p:nvSpPr>
        <p:spPr>
          <a:xfrm>
            <a:off x="6793728" y="1332047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41F82B60-5688-7FD7-89FF-EBA227E5CBF0}"/>
              </a:ext>
            </a:extLst>
          </p:cNvPr>
          <p:cNvSpPr txBox="1"/>
          <p:nvPr/>
        </p:nvSpPr>
        <p:spPr>
          <a:xfrm>
            <a:off x="6921744" y="1484912"/>
            <a:ext cx="1217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Mourinho</a:t>
            </a:r>
          </a:p>
        </p:txBody>
      </p: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6F4E13A6-3A24-1737-4D7F-296842B461DE}"/>
              </a:ext>
            </a:extLst>
          </p:cNvPr>
          <p:cNvCxnSpPr/>
          <p:nvPr/>
        </p:nvCxnSpPr>
        <p:spPr>
          <a:xfrm>
            <a:off x="6991099" y="1935241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8B2F9410-4A80-0E83-E6D9-293B0DC65F83}"/>
              </a:ext>
            </a:extLst>
          </p:cNvPr>
          <p:cNvSpPr txBox="1"/>
          <p:nvPr/>
        </p:nvSpPr>
        <p:spPr>
          <a:xfrm>
            <a:off x="6991099" y="2150452"/>
            <a:ext cx="31132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u="sng" dirty="0"/>
              <a:t>Roma F.C.</a:t>
            </a:r>
            <a:r>
              <a:rPr lang="it-IT" dirty="0"/>
              <a:t> 2021-2024</a:t>
            </a:r>
          </a:p>
          <a:p>
            <a:r>
              <a:rPr lang="it-IT" u="sng" dirty="0"/>
              <a:t>Tottenham</a:t>
            </a:r>
            <a:r>
              <a:rPr lang="it-IT" dirty="0"/>
              <a:t> 2019-2021</a:t>
            </a:r>
          </a:p>
          <a:p>
            <a:r>
              <a:rPr lang="it-IT" u="sng" dirty="0"/>
              <a:t>Manchester Utd </a:t>
            </a:r>
            <a:r>
              <a:rPr lang="it-IT" dirty="0"/>
              <a:t>2016-2018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3688AE6B-4EA6-B661-DBEB-36FA96871CF8}"/>
              </a:ext>
            </a:extLst>
          </p:cNvPr>
          <p:cNvSpPr txBox="1"/>
          <p:nvPr/>
        </p:nvSpPr>
        <p:spPr>
          <a:xfrm>
            <a:off x="8337090" y="1479849"/>
            <a:ext cx="2078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Training history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10530D6-2BB8-7DB7-08B6-6C194589724D}"/>
              </a:ext>
            </a:extLst>
          </p:cNvPr>
          <p:cNvSpPr txBox="1"/>
          <p:nvPr/>
        </p:nvSpPr>
        <p:spPr>
          <a:xfrm>
            <a:off x="1282740" y="6165221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api/</a:t>
            </a:r>
            <a:r>
              <a:rPr lang="it-IT" dirty="0" err="1"/>
              <a:t>showCoach</a:t>
            </a:r>
            <a:r>
              <a:rPr lang="it-IT" dirty="0"/>
              <a:t>/</a:t>
            </a:r>
            <a:r>
              <a:rPr lang="it-IT" dirty="0" err="1"/>
              <a:t>Jose_Mourinho</a:t>
            </a:r>
            <a:endParaRPr lang="it-IT" dirty="0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786DF4E2-4681-72E3-3031-A88EF89F1FBD}"/>
              </a:ext>
            </a:extLst>
          </p:cNvPr>
          <p:cNvSpPr txBox="1"/>
          <p:nvPr/>
        </p:nvSpPr>
        <p:spPr>
          <a:xfrm>
            <a:off x="6718906" y="6151977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api/Coach/</a:t>
            </a:r>
            <a:r>
              <a:rPr lang="it-IT" dirty="0" err="1"/>
              <a:t>Jose_mourinho</a:t>
            </a:r>
            <a:r>
              <a:rPr lang="it-IT" dirty="0"/>
              <a:t>/</a:t>
            </a:r>
            <a:r>
              <a:rPr lang="it-IT" dirty="0" err="1"/>
              <a:t>tth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704299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6C35F2-7DA7-5893-2574-2036F191A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003405-C830-E37D-792A-141C9AB7E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E6E423-3EF6-5459-1423-44B1B019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3106D9A-212C-5873-A5C4-E1CFF3F35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7600143-5FB5-A4EE-DF4E-8CD0F8CD4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User logged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FBF6E8-23DB-E972-35CD-85DFF4BCA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1AD58E-BBF1-AC69-F335-179CF4A89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E3746D8-725D-9FF1-F74F-619073591650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E16B797A-BD58-6E99-3848-813D17551626}"/>
              </a:ext>
            </a:extLst>
          </p:cNvPr>
          <p:cNvSpPr/>
          <p:nvPr/>
        </p:nvSpPr>
        <p:spPr>
          <a:xfrm>
            <a:off x="1405573" y="1332047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E567494-E007-6B95-2835-F0A498860C4F}"/>
              </a:ext>
            </a:extLst>
          </p:cNvPr>
          <p:cNvSpPr txBox="1"/>
          <p:nvPr/>
        </p:nvSpPr>
        <p:spPr>
          <a:xfrm>
            <a:off x="1533589" y="1484912"/>
            <a:ext cx="1875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Josè Mourinho</a:t>
            </a:r>
          </a:p>
        </p:txBody>
      </p: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C6A8A170-9E6A-B1D4-844B-076C8DC85875}"/>
              </a:ext>
            </a:extLst>
          </p:cNvPr>
          <p:cNvCxnSpPr/>
          <p:nvPr/>
        </p:nvCxnSpPr>
        <p:spPr>
          <a:xfrm>
            <a:off x="1602944" y="1935241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783F39D8-BDC3-9026-7079-ACA658B9911E}"/>
              </a:ext>
            </a:extLst>
          </p:cNvPr>
          <p:cNvSpPr txBox="1"/>
          <p:nvPr/>
        </p:nvSpPr>
        <p:spPr>
          <a:xfrm>
            <a:off x="3804447" y="1468414"/>
            <a:ext cx="1030812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Like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5D24081-A32A-93BA-BB3D-9E23A3F7BA38}"/>
              </a:ext>
            </a:extLst>
          </p:cNvPr>
          <p:cNvSpPr txBox="1"/>
          <p:nvPr/>
        </p:nvSpPr>
        <p:spPr>
          <a:xfrm>
            <a:off x="1766322" y="5424952"/>
            <a:ext cx="3024658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Trained</a:t>
            </a:r>
            <a:r>
              <a:rPr lang="it-IT" dirty="0"/>
              <a:t> teams history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710A1DEE-6CF2-B5CD-11BB-0356E24B6EEB}"/>
              </a:ext>
            </a:extLst>
          </p:cNvPr>
          <p:cNvSpPr txBox="1"/>
          <p:nvPr/>
        </p:nvSpPr>
        <p:spPr>
          <a:xfrm>
            <a:off x="1602944" y="2050173"/>
            <a:ext cx="3166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Coach of:       </a:t>
            </a:r>
            <a:r>
              <a:rPr lang="it-IT" u="sng" dirty="0"/>
              <a:t>Roma F.C.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FEEBE97C-1A8B-A605-4ABE-92ABB855D029}"/>
              </a:ext>
            </a:extLst>
          </p:cNvPr>
          <p:cNvSpPr txBox="1"/>
          <p:nvPr/>
        </p:nvSpPr>
        <p:spPr>
          <a:xfrm>
            <a:off x="1722044" y="2551618"/>
            <a:ext cx="31132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General info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8972D1E8-1AD3-AA71-5C59-6130E857F842}"/>
              </a:ext>
            </a:extLst>
          </p:cNvPr>
          <p:cNvSpPr/>
          <p:nvPr/>
        </p:nvSpPr>
        <p:spPr>
          <a:xfrm>
            <a:off x="6793728" y="1332047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93B5DB40-5D7F-F525-3360-6E5F22DB69F6}"/>
              </a:ext>
            </a:extLst>
          </p:cNvPr>
          <p:cNvSpPr txBox="1"/>
          <p:nvPr/>
        </p:nvSpPr>
        <p:spPr>
          <a:xfrm>
            <a:off x="6921744" y="1484912"/>
            <a:ext cx="1217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Mourinho</a:t>
            </a:r>
          </a:p>
        </p:txBody>
      </p: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C57DCEAE-3BD8-8C0F-4A23-3B22F8B19D15}"/>
              </a:ext>
            </a:extLst>
          </p:cNvPr>
          <p:cNvCxnSpPr/>
          <p:nvPr/>
        </p:nvCxnSpPr>
        <p:spPr>
          <a:xfrm>
            <a:off x="6991099" y="1935241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C012268B-64D6-C517-C04B-6C523D7930EF}"/>
              </a:ext>
            </a:extLst>
          </p:cNvPr>
          <p:cNvSpPr txBox="1"/>
          <p:nvPr/>
        </p:nvSpPr>
        <p:spPr>
          <a:xfrm>
            <a:off x="6991099" y="2150452"/>
            <a:ext cx="31132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u="sng" dirty="0"/>
              <a:t>Roma F.C.</a:t>
            </a:r>
            <a:r>
              <a:rPr lang="it-IT" dirty="0"/>
              <a:t> 2021-2024</a:t>
            </a:r>
          </a:p>
          <a:p>
            <a:r>
              <a:rPr lang="it-IT" u="sng" dirty="0"/>
              <a:t>Tottenham</a:t>
            </a:r>
            <a:r>
              <a:rPr lang="it-IT" dirty="0"/>
              <a:t> 2019-2021</a:t>
            </a:r>
          </a:p>
          <a:p>
            <a:r>
              <a:rPr lang="it-IT" u="sng" dirty="0"/>
              <a:t>Manchester Utd </a:t>
            </a:r>
            <a:r>
              <a:rPr lang="it-IT" dirty="0"/>
              <a:t>2016-2018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958E9F76-FB6F-298E-22D6-939EA97F54DF}"/>
              </a:ext>
            </a:extLst>
          </p:cNvPr>
          <p:cNvSpPr txBox="1"/>
          <p:nvPr/>
        </p:nvSpPr>
        <p:spPr>
          <a:xfrm>
            <a:off x="8337090" y="1479849"/>
            <a:ext cx="2078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Training history</a:t>
            </a:r>
          </a:p>
        </p:txBody>
      </p:sp>
      <p:sp>
        <p:nvSpPr>
          <p:cNvPr id="3" name="Freccia in giù 2">
            <a:extLst>
              <a:ext uri="{FF2B5EF4-FFF2-40B4-BE49-F238E27FC236}">
                <a16:creationId xmlns:a16="http://schemas.microsoft.com/office/drawing/2014/main" id="{146F5CA6-D094-8120-F83D-CB0FF5B0B893}"/>
              </a:ext>
            </a:extLst>
          </p:cNvPr>
          <p:cNvSpPr/>
          <p:nvPr/>
        </p:nvSpPr>
        <p:spPr>
          <a:xfrm rot="2920232">
            <a:off x="4882822" y="1102946"/>
            <a:ext cx="173485" cy="3604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C85B2F0-93DE-0553-7027-509401085B42}"/>
              </a:ext>
            </a:extLst>
          </p:cNvPr>
          <p:cNvSpPr txBox="1"/>
          <p:nvPr/>
        </p:nvSpPr>
        <p:spPr>
          <a:xfrm>
            <a:off x="3872691" y="832841"/>
            <a:ext cx="4244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api/User/like/Coach/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Jose_Mourinho</a:t>
            </a:r>
            <a:endParaRPr lang="it-IT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B2C37BC-9134-BF62-2AF7-01F9122AC62C}"/>
              </a:ext>
            </a:extLst>
          </p:cNvPr>
          <p:cNvSpPr txBox="1"/>
          <p:nvPr/>
        </p:nvSpPr>
        <p:spPr>
          <a:xfrm>
            <a:off x="1282740" y="6165221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api/</a:t>
            </a:r>
            <a:r>
              <a:rPr lang="it-IT" dirty="0" err="1"/>
              <a:t>showCoach</a:t>
            </a:r>
            <a:r>
              <a:rPr lang="it-IT" dirty="0"/>
              <a:t>/</a:t>
            </a:r>
            <a:r>
              <a:rPr lang="it-IT" dirty="0" err="1"/>
              <a:t>Jose_Mourinho</a:t>
            </a:r>
            <a:endParaRPr lang="it-IT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6B68FEC-EF0C-4F04-448E-D35A8B9FCC8A}"/>
              </a:ext>
            </a:extLst>
          </p:cNvPr>
          <p:cNvSpPr txBox="1"/>
          <p:nvPr/>
        </p:nvSpPr>
        <p:spPr>
          <a:xfrm>
            <a:off x="1437489" y="4838025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api/Coach/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Jose_mourinho</a:t>
            </a:r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tth</a:t>
            </a:r>
            <a:endParaRPr lang="it-IT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Freccia in giù 14">
            <a:extLst>
              <a:ext uri="{FF2B5EF4-FFF2-40B4-BE49-F238E27FC236}">
                <a16:creationId xmlns:a16="http://schemas.microsoft.com/office/drawing/2014/main" id="{423B9C07-9EC2-7017-A8DB-F06040E19539}"/>
              </a:ext>
            </a:extLst>
          </p:cNvPr>
          <p:cNvSpPr/>
          <p:nvPr/>
        </p:nvSpPr>
        <p:spPr>
          <a:xfrm>
            <a:off x="3224307" y="5157627"/>
            <a:ext cx="101087" cy="21837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DBF88C4-D53C-D5D0-A03D-11CB8E39B2A1}"/>
              </a:ext>
            </a:extLst>
          </p:cNvPr>
          <p:cNvSpPr txBox="1"/>
          <p:nvPr/>
        </p:nvSpPr>
        <p:spPr>
          <a:xfrm>
            <a:off x="2009431" y="3147790"/>
            <a:ext cx="3657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sz="1600" dirty="0" err="1">
                <a:solidFill>
                  <a:schemeClr val="accent2">
                    <a:lumMod val="75000"/>
                  </a:schemeClr>
                </a:solidFill>
              </a:rPr>
              <a:t>ShowTeam</a:t>
            </a:r>
            <a:r>
              <a:rPr lang="it-IT" sz="1600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it-IT" sz="1600" dirty="0" err="1">
                <a:solidFill>
                  <a:schemeClr val="accent2">
                    <a:lumMod val="75000"/>
                  </a:schemeClr>
                </a:solidFill>
              </a:rPr>
              <a:t>Roma_FC</a:t>
            </a:r>
            <a:endParaRPr lang="it-IT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6" name="Freccia in giù 25">
            <a:extLst>
              <a:ext uri="{FF2B5EF4-FFF2-40B4-BE49-F238E27FC236}">
                <a16:creationId xmlns:a16="http://schemas.microsoft.com/office/drawing/2014/main" id="{344EB339-3502-98E6-12AE-78EC3220E8EB}"/>
              </a:ext>
            </a:extLst>
          </p:cNvPr>
          <p:cNvSpPr/>
          <p:nvPr/>
        </p:nvSpPr>
        <p:spPr>
          <a:xfrm rot="10314492">
            <a:off x="3682467" y="2419549"/>
            <a:ext cx="113505" cy="6084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A28D8604-1882-EEEB-1CFE-2DC80DF46EA4}"/>
              </a:ext>
            </a:extLst>
          </p:cNvPr>
          <p:cNvSpPr txBox="1"/>
          <p:nvPr/>
        </p:nvSpPr>
        <p:spPr>
          <a:xfrm>
            <a:off x="6921744" y="3746211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showTeam</a:t>
            </a:r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ManUtd</a:t>
            </a:r>
            <a:endParaRPr lang="it-IT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8" name="Freccia in giù 27">
            <a:extLst>
              <a:ext uri="{FF2B5EF4-FFF2-40B4-BE49-F238E27FC236}">
                <a16:creationId xmlns:a16="http://schemas.microsoft.com/office/drawing/2014/main" id="{0D6D9363-AFDB-95B4-9A4F-5C6A55CC6F50}"/>
              </a:ext>
            </a:extLst>
          </p:cNvPr>
          <p:cNvSpPr/>
          <p:nvPr/>
        </p:nvSpPr>
        <p:spPr>
          <a:xfrm rot="10314492">
            <a:off x="8185507" y="3071148"/>
            <a:ext cx="113505" cy="6084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CB4DB016-63C0-59C1-8582-185887C348CC}"/>
              </a:ext>
            </a:extLst>
          </p:cNvPr>
          <p:cNvSpPr txBox="1"/>
          <p:nvPr/>
        </p:nvSpPr>
        <p:spPr>
          <a:xfrm>
            <a:off x="6718906" y="6151977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api/Coach/</a:t>
            </a:r>
            <a:r>
              <a:rPr lang="it-IT" dirty="0" err="1"/>
              <a:t>Jose_mourinho</a:t>
            </a:r>
            <a:r>
              <a:rPr lang="it-IT" dirty="0"/>
              <a:t>/</a:t>
            </a:r>
            <a:r>
              <a:rPr lang="it-IT" dirty="0" err="1"/>
              <a:t>tth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581876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7074F0-DF63-9522-4EA7-C2C32F54C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30F6583-FB1B-0044-8FEE-52F294A51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82E841-3082-EDD2-476F-55CE6276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B37E51C-26C4-CBD2-AF18-56EF61A15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46D7A54-A759-B85B-CB97-BD85A0461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User logged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0D2016-595F-036A-94E4-C1C85DBBF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0E76A4-3A9C-DE4B-A187-5A9620DCA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01DE366-99E1-426B-E2EB-C15B482DF9AE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16BFE32-3BC9-4348-6A3A-5E69F44629B0}"/>
              </a:ext>
            </a:extLst>
          </p:cNvPr>
          <p:cNvSpPr/>
          <p:nvPr/>
        </p:nvSpPr>
        <p:spPr>
          <a:xfrm>
            <a:off x="1405573" y="1332047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ECF5B88-36BB-0810-4854-5DA9EFCCE527}"/>
              </a:ext>
            </a:extLst>
          </p:cNvPr>
          <p:cNvSpPr txBox="1"/>
          <p:nvPr/>
        </p:nvSpPr>
        <p:spPr>
          <a:xfrm>
            <a:off x="1533589" y="1484912"/>
            <a:ext cx="1875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Roma F.C.</a:t>
            </a:r>
          </a:p>
        </p:txBody>
      </p: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906329AF-F75D-8C67-089A-CFF1F427FE2E}"/>
              </a:ext>
            </a:extLst>
          </p:cNvPr>
          <p:cNvCxnSpPr/>
          <p:nvPr/>
        </p:nvCxnSpPr>
        <p:spPr>
          <a:xfrm>
            <a:off x="1602944" y="1935241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7427A725-6A95-9DFA-C94D-96775AA5BB27}"/>
              </a:ext>
            </a:extLst>
          </p:cNvPr>
          <p:cNvSpPr txBox="1"/>
          <p:nvPr/>
        </p:nvSpPr>
        <p:spPr>
          <a:xfrm>
            <a:off x="3804447" y="1468414"/>
            <a:ext cx="1030812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Like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665C64A-B7FB-45F1-2E8A-A46274BFEF9C}"/>
              </a:ext>
            </a:extLst>
          </p:cNvPr>
          <p:cNvSpPr txBox="1"/>
          <p:nvPr/>
        </p:nvSpPr>
        <p:spPr>
          <a:xfrm>
            <a:off x="1744860" y="4566970"/>
            <a:ext cx="3024658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Show </a:t>
            </a:r>
            <a:r>
              <a:rPr lang="it-IT" dirty="0" err="1"/>
              <a:t>current</a:t>
            </a:r>
            <a:r>
              <a:rPr lang="it-IT" dirty="0"/>
              <a:t> </a:t>
            </a:r>
            <a:r>
              <a:rPr lang="it-IT" dirty="0" err="1"/>
              <a:t>formation</a:t>
            </a:r>
            <a:endParaRPr lang="it-IT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64089F5-52B6-5862-CC6A-2E1FC7C3C109}"/>
              </a:ext>
            </a:extLst>
          </p:cNvPr>
          <p:cNvSpPr txBox="1"/>
          <p:nvPr/>
        </p:nvSpPr>
        <p:spPr>
          <a:xfrm>
            <a:off x="1602944" y="2050173"/>
            <a:ext cx="3166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Coach:     </a:t>
            </a:r>
            <a:r>
              <a:rPr lang="it-IT" u="sng" dirty="0"/>
              <a:t>Jose Mourinho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A9C9E57E-BBB0-69EF-F3B2-123452318A4D}"/>
              </a:ext>
            </a:extLst>
          </p:cNvPr>
          <p:cNvSpPr txBox="1"/>
          <p:nvPr/>
        </p:nvSpPr>
        <p:spPr>
          <a:xfrm>
            <a:off x="1596488" y="2749641"/>
            <a:ext cx="31132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General info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0AE023EF-C6C7-B177-14E8-921C6417D123}"/>
              </a:ext>
            </a:extLst>
          </p:cNvPr>
          <p:cNvSpPr/>
          <p:nvPr/>
        </p:nvSpPr>
        <p:spPr>
          <a:xfrm>
            <a:off x="6793728" y="1332047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6B926D8C-FF47-2EB7-F8CB-453FB1C0E52A}"/>
              </a:ext>
            </a:extLst>
          </p:cNvPr>
          <p:cNvSpPr txBox="1"/>
          <p:nvPr/>
        </p:nvSpPr>
        <p:spPr>
          <a:xfrm>
            <a:off x="6921744" y="1484912"/>
            <a:ext cx="1379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Roma F.C</a:t>
            </a:r>
          </a:p>
        </p:txBody>
      </p: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AE6A13F7-8781-9D73-6821-DFD5D017C41E}"/>
              </a:ext>
            </a:extLst>
          </p:cNvPr>
          <p:cNvCxnSpPr/>
          <p:nvPr/>
        </p:nvCxnSpPr>
        <p:spPr>
          <a:xfrm>
            <a:off x="6991099" y="1935241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56B3AD30-6D89-F14E-F177-5765252305B2}"/>
              </a:ext>
            </a:extLst>
          </p:cNvPr>
          <p:cNvSpPr txBox="1"/>
          <p:nvPr/>
        </p:nvSpPr>
        <p:spPr>
          <a:xfrm>
            <a:off x="6991099" y="2150452"/>
            <a:ext cx="31132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u="sng" dirty="0"/>
              <a:t>Player 1</a:t>
            </a:r>
            <a:r>
              <a:rPr lang="it-IT" dirty="0"/>
              <a:t> ATT 90</a:t>
            </a:r>
          </a:p>
          <a:p>
            <a:r>
              <a:rPr lang="it-IT" u="sng" dirty="0"/>
              <a:t>Player 2</a:t>
            </a:r>
            <a:r>
              <a:rPr lang="it-IT" dirty="0"/>
              <a:t> CC 88</a:t>
            </a:r>
          </a:p>
          <a:p>
            <a:r>
              <a:rPr lang="it-IT" u="sng" dirty="0"/>
              <a:t>Player 3 DC 91</a:t>
            </a:r>
            <a:endParaRPr lang="it-IT" dirty="0"/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1C70B26F-1B5B-4D63-08B9-063F40888215}"/>
              </a:ext>
            </a:extLst>
          </p:cNvPr>
          <p:cNvSpPr txBox="1"/>
          <p:nvPr/>
        </p:nvSpPr>
        <p:spPr>
          <a:xfrm>
            <a:off x="8255806" y="1484912"/>
            <a:ext cx="2078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Formation</a:t>
            </a:r>
            <a:r>
              <a:rPr lang="it-IT" dirty="0"/>
              <a:t> </a:t>
            </a:r>
            <a:r>
              <a:rPr lang="it-IT" u="sng" dirty="0"/>
              <a:t>24/25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5323D6F-A20E-8E57-B4F3-F79DFEA80C1E}"/>
              </a:ext>
            </a:extLst>
          </p:cNvPr>
          <p:cNvSpPr txBox="1"/>
          <p:nvPr/>
        </p:nvSpPr>
        <p:spPr>
          <a:xfrm>
            <a:off x="1286690" y="6161313"/>
            <a:ext cx="4244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api/</a:t>
            </a:r>
            <a:r>
              <a:rPr lang="it-IT" dirty="0" err="1"/>
              <a:t>showTeam</a:t>
            </a:r>
            <a:r>
              <a:rPr lang="it-IT" dirty="0"/>
              <a:t>/</a:t>
            </a:r>
            <a:r>
              <a:rPr lang="it-IT" dirty="0" err="1"/>
              <a:t>Roma_FC</a:t>
            </a: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188B5F7-ACF0-4425-3DE2-194AF98804EC}"/>
              </a:ext>
            </a:extLst>
          </p:cNvPr>
          <p:cNvSpPr txBox="1"/>
          <p:nvPr/>
        </p:nvSpPr>
        <p:spPr>
          <a:xfrm>
            <a:off x="1744860" y="5023398"/>
            <a:ext cx="3024658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Show manager history</a:t>
            </a:r>
          </a:p>
        </p:txBody>
      </p:sp>
    </p:spTree>
    <p:extLst>
      <p:ext uri="{BB962C8B-B14F-4D97-AF65-F5344CB8AC3E}">
        <p14:creationId xmlns:p14="http://schemas.microsoft.com/office/powerpoint/2010/main" val="15755629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574F62-61BF-CBBA-7A68-D5D727582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C680DBF-682F-7D44-1FE4-9AEA77D2F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DA8E9F-4587-6E54-FA82-1EE391832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C5E3C51-D4CD-9784-22B8-999CA7CC54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E7310D8-B2E7-053B-749F-8ED5F70EF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User logged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368244-E1A0-5F6D-86DA-4C7C71C1B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1FB597-15E1-513F-CC7E-FEBC8AB1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2B5D55F-1DA4-94F9-88CC-188724FD3F9A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97F840F-B74B-0CA0-822C-C60823EBB35B}"/>
              </a:ext>
            </a:extLst>
          </p:cNvPr>
          <p:cNvSpPr/>
          <p:nvPr/>
        </p:nvSpPr>
        <p:spPr>
          <a:xfrm>
            <a:off x="1405573" y="1332047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C1FFFE0-D3A6-3DA0-19F3-7FC0AF028E37}"/>
              </a:ext>
            </a:extLst>
          </p:cNvPr>
          <p:cNvSpPr txBox="1"/>
          <p:nvPr/>
        </p:nvSpPr>
        <p:spPr>
          <a:xfrm>
            <a:off x="1533589" y="1484912"/>
            <a:ext cx="1875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Roma F.C.</a:t>
            </a:r>
          </a:p>
        </p:txBody>
      </p: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412A3641-88D3-F9ED-1BBE-B157598D012E}"/>
              </a:ext>
            </a:extLst>
          </p:cNvPr>
          <p:cNvCxnSpPr/>
          <p:nvPr/>
        </p:nvCxnSpPr>
        <p:spPr>
          <a:xfrm>
            <a:off x="1602944" y="1935241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781B6AE4-E61F-870B-1656-DBB0CF8521B7}"/>
              </a:ext>
            </a:extLst>
          </p:cNvPr>
          <p:cNvSpPr txBox="1"/>
          <p:nvPr/>
        </p:nvSpPr>
        <p:spPr>
          <a:xfrm>
            <a:off x="3804447" y="1468414"/>
            <a:ext cx="1030812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Like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FBCBF24-6C38-4C42-44A1-669B9136A71E}"/>
              </a:ext>
            </a:extLst>
          </p:cNvPr>
          <p:cNvSpPr txBox="1"/>
          <p:nvPr/>
        </p:nvSpPr>
        <p:spPr>
          <a:xfrm>
            <a:off x="1766322" y="5424952"/>
            <a:ext cx="3024658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Show </a:t>
            </a:r>
            <a:r>
              <a:rPr lang="it-IT" dirty="0" err="1"/>
              <a:t>current</a:t>
            </a:r>
            <a:r>
              <a:rPr lang="it-IT" dirty="0"/>
              <a:t> </a:t>
            </a:r>
            <a:r>
              <a:rPr lang="it-IT" dirty="0" err="1"/>
              <a:t>formation</a:t>
            </a:r>
            <a:endParaRPr lang="it-IT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03F6481-9393-BCFB-601D-DDA59C7DBFD5}"/>
              </a:ext>
            </a:extLst>
          </p:cNvPr>
          <p:cNvSpPr txBox="1"/>
          <p:nvPr/>
        </p:nvSpPr>
        <p:spPr>
          <a:xfrm>
            <a:off x="1602944" y="2050173"/>
            <a:ext cx="3166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Coach:     </a:t>
            </a:r>
            <a:r>
              <a:rPr lang="it-IT" u="sng" dirty="0"/>
              <a:t>Jose Mourinho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C15E33C1-1FB6-D5F6-B2CE-71A4773A2ED6}"/>
              </a:ext>
            </a:extLst>
          </p:cNvPr>
          <p:cNvSpPr txBox="1"/>
          <p:nvPr/>
        </p:nvSpPr>
        <p:spPr>
          <a:xfrm>
            <a:off x="1596488" y="2749641"/>
            <a:ext cx="31132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General info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D322B662-1812-7F65-626E-D56351694EF0}"/>
              </a:ext>
            </a:extLst>
          </p:cNvPr>
          <p:cNvSpPr/>
          <p:nvPr/>
        </p:nvSpPr>
        <p:spPr>
          <a:xfrm>
            <a:off x="6793728" y="1332047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55E091F5-0DE9-8FD4-0D3F-D50B3F099284}"/>
              </a:ext>
            </a:extLst>
          </p:cNvPr>
          <p:cNvSpPr txBox="1"/>
          <p:nvPr/>
        </p:nvSpPr>
        <p:spPr>
          <a:xfrm>
            <a:off x="6921744" y="1484912"/>
            <a:ext cx="1379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Roma F.C</a:t>
            </a:r>
          </a:p>
        </p:txBody>
      </p: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8D6B7409-8E19-1199-D536-0E5B9C62166E}"/>
              </a:ext>
            </a:extLst>
          </p:cNvPr>
          <p:cNvCxnSpPr/>
          <p:nvPr/>
        </p:nvCxnSpPr>
        <p:spPr>
          <a:xfrm>
            <a:off x="6991099" y="1935241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4E0D8532-7AC2-6251-ED98-572A27AA6A36}"/>
              </a:ext>
            </a:extLst>
          </p:cNvPr>
          <p:cNvSpPr txBox="1"/>
          <p:nvPr/>
        </p:nvSpPr>
        <p:spPr>
          <a:xfrm>
            <a:off x="6991099" y="2150452"/>
            <a:ext cx="31132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u="sng" dirty="0"/>
              <a:t>Player 1</a:t>
            </a:r>
            <a:r>
              <a:rPr lang="it-IT" dirty="0"/>
              <a:t> ATT 90</a:t>
            </a:r>
          </a:p>
          <a:p>
            <a:r>
              <a:rPr lang="it-IT" u="sng" dirty="0"/>
              <a:t>Player 2</a:t>
            </a:r>
            <a:r>
              <a:rPr lang="it-IT" dirty="0"/>
              <a:t> CC 88</a:t>
            </a:r>
          </a:p>
          <a:p>
            <a:r>
              <a:rPr lang="it-IT" u="sng" dirty="0"/>
              <a:t>Player 3 DC 91</a:t>
            </a:r>
            <a:endParaRPr lang="it-IT" dirty="0"/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BCDD5919-D313-D98D-308E-C6BF9AF4256E}"/>
              </a:ext>
            </a:extLst>
          </p:cNvPr>
          <p:cNvSpPr txBox="1"/>
          <p:nvPr/>
        </p:nvSpPr>
        <p:spPr>
          <a:xfrm>
            <a:off x="8255806" y="1484912"/>
            <a:ext cx="2078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Formation</a:t>
            </a:r>
            <a:r>
              <a:rPr lang="it-IT" dirty="0"/>
              <a:t> </a:t>
            </a:r>
            <a:r>
              <a:rPr lang="it-IT" u="sng" dirty="0"/>
              <a:t>24/25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CD69B19-A4B6-F27C-8918-43621C0F271A}"/>
              </a:ext>
            </a:extLst>
          </p:cNvPr>
          <p:cNvSpPr txBox="1"/>
          <p:nvPr/>
        </p:nvSpPr>
        <p:spPr>
          <a:xfrm>
            <a:off x="3804447" y="737551"/>
            <a:ext cx="4244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api/User/like/Team/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Roma_FC</a:t>
            </a:r>
            <a:endParaRPr lang="it-IT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Freccia in giù 3">
            <a:extLst>
              <a:ext uri="{FF2B5EF4-FFF2-40B4-BE49-F238E27FC236}">
                <a16:creationId xmlns:a16="http://schemas.microsoft.com/office/drawing/2014/main" id="{D230D403-3454-C6E6-6BB7-72B82A58BCB9}"/>
              </a:ext>
            </a:extLst>
          </p:cNvPr>
          <p:cNvSpPr/>
          <p:nvPr/>
        </p:nvSpPr>
        <p:spPr>
          <a:xfrm rot="2920232">
            <a:off x="4882822" y="1102946"/>
            <a:ext cx="173485" cy="3604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425BBCC-1145-ECA1-68F7-D5B10129A80A}"/>
              </a:ext>
            </a:extLst>
          </p:cNvPr>
          <p:cNvSpPr txBox="1"/>
          <p:nvPr/>
        </p:nvSpPr>
        <p:spPr>
          <a:xfrm>
            <a:off x="1286690" y="6161313"/>
            <a:ext cx="4244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api/</a:t>
            </a:r>
            <a:r>
              <a:rPr lang="it-IT" dirty="0" err="1"/>
              <a:t>showTeam</a:t>
            </a:r>
            <a:r>
              <a:rPr lang="it-IT" dirty="0"/>
              <a:t>/</a:t>
            </a:r>
            <a:r>
              <a:rPr lang="it-IT" dirty="0" err="1"/>
              <a:t>Roma_FC</a:t>
            </a:r>
            <a:endParaRPr lang="it-IT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B6AD643-CF33-1236-7990-A68D11E36EC2}"/>
              </a:ext>
            </a:extLst>
          </p:cNvPr>
          <p:cNvSpPr txBox="1"/>
          <p:nvPr/>
        </p:nvSpPr>
        <p:spPr>
          <a:xfrm>
            <a:off x="1645192" y="4664012"/>
            <a:ext cx="4244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api/Team/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Roma_FC</a:t>
            </a:r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cf</a:t>
            </a:r>
            <a:endParaRPr lang="it-IT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Freccia in giù 14">
            <a:extLst>
              <a:ext uri="{FF2B5EF4-FFF2-40B4-BE49-F238E27FC236}">
                <a16:creationId xmlns:a16="http://schemas.microsoft.com/office/drawing/2014/main" id="{C89464FE-E4D2-2C2C-03A2-899E3F4D4EF8}"/>
              </a:ext>
            </a:extLst>
          </p:cNvPr>
          <p:cNvSpPr/>
          <p:nvPr/>
        </p:nvSpPr>
        <p:spPr>
          <a:xfrm>
            <a:off x="2915930" y="5023398"/>
            <a:ext cx="173485" cy="3604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Freccia in giù 17">
            <a:extLst>
              <a:ext uri="{FF2B5EF4-FFF2-40B4-BE49-F238E27FC236}">
                <a16:creationId xmlns:a16="http://schemas.microsoft.com/office/drawing/2014/main" id="{FD7C38BF-2F0E-B398-7DCC-4970A2C4ED68}"/>
              </a:ext>
            </a:extLst>
          </p:cNvPr>
          <p:cNvSpPr/>
          <p:nvPr/>
        </p:nvSpPr>
        <p:spPr>
          <a:xfrm rot="10800000">
            <a:off x="3521580" y="2358656"/>
            <a:ext cx="126064" cy="1402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61D6EDD1-76B3-5D13-3FA0-D570B21CC3DB}"/>
              </a:ext>
            </a:extLst>
          </p:cNvPr>
          <p:cNvSpPr txBox="1"/>
          <p:nvPr/>
        </p:nvSpPr>
        <p:spPr>
          <a:xfrm>
            <a:off x="2268350" y="2485415"/>
            <a:ext cx="35347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showCoach</a:t>
            </a:r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Jose_Mourinho</a:t>
            </a:r>
            <a:endParaRPr lang="it-IT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885925A8-D7E3-5F6A-CF51-1C8046442F6F}"/>
              </a:ext>
            </a:extLst>
          </p:cNvPr>
          <p:cNvSpPr txBox="1"/>
          <p:nvPr/>
        </p:nvSpPr>
        <p:spPr>
          <a:xfrm>
            <a:off x="6991099" y="3665660"/>
            <a:ext cx="4244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showPlayer</a:t>
            </a:r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/player3</a:t>
            </a:r>
          </a:p>
        </p:txBody>
      </p:sp>
      <p:sp>
        <p:nvSpPr>
          <p:cNvPr id="26" name="Freccia in giù 25">
            <a:extLst>
              <a:ext uri="{FF2B5EF4-FFF2-40B4-BE49-F238E27FC236}">
                <a16:creationId xmlns:a16="http://schemas.microsoft.com/office/drawing/2014/main" id="{E801E490-279D-80C0-0E46-B2E23B3FCD69}"/>
              </a:ext>
            </a:extLst>
          </p:cNvPr>
          <p:cNvSpPr/>
          <p:nvPr/>
        </p:nvSpPr>
        <p:spPr>
          <a:xfrm rot="10495892">
            <a:off x="8112673" y="3226104"/>
            <a:ext cx="173485" cy="3604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12209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6C5DFF-76EB-B063-0ED8-378E86E7E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52A5AB-CD57-0D34-679E-6DA37A24D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646EFD-0C9C-813B-8780-A7ED282A5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C24C708-AF3D-2EE8-68B2-F51F60922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D02A0C4-FEC2-98A0-8224-CBD459726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User logged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57BC13-F1C1-3F97-9D2E-F80BCAFB5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0519F4-A96C-7F79-316F-65AB82A01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2A5C2BF-D6B6-2F35-E380-BD368AA8C2CA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1A3972D1-190E-97AF-614F-421DF8A109DB}"/>
              </a:ext>
            </a:extLst>
          </p:cNvPr>
          <p:cNvSpPr/>
          <p:nvPr/>
        </p:nvSpPr>
        <p:spPr>
          <a:xfrm>
            <a:off x="4070115" y="1397670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3D32487-3D89-DF88-B0EE-0DED3BB0F15D}"/>
              </a:ext>
            </a:extLst>
          </p:cNvPr>
          <p:cNvSpPr txBox="1"/>
          <p:nvPr/>
        </p:nvSpPr>
        <p:spPr>
          <a:xfrm>
            <a:off x="4198131" y="1550535"/>
            <a:ext cx="1875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Lionel Messi</a:t>
            </a:r>
          </a:p>
        </p:txBody>
      </p: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E3990447-E974-536D-F50A-0F636FAF48B2}"/>
              </a:ext>
            </a:extLst>
          </p:cNvPr>
          <p:cNvCxnSpPr/>
          <p:nvPr/>
        </p:nvCxnSpPr>
        <p:spPr>
          <a:xfrm>
            <a:off x="4267486" y="2000864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BCF0B22E-E650-6590-E28C-F37055B70A31}"/>
              </a:ext>
            </a:extLst>
          </p:cNvPr>
          <p:cNvSpPr txBox="1"/>
          <p:nvPr/>
        </p:nvSpPr>
        <p:spPr>
          <a:xfrm>
            <a:off x="6468989" y="1534037"/>
            <a:ext cx="1030812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Like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69AC0AD-DEC7-D6AE-6DCA-CB78516A0722}"/>
              </a:ext>
            </a:extLst>
          </p:cNvPr>
          <p:cNvSpPr txBox="1"/>
          <p:nvPr/>
        </p:nvSpPr>
        <p:spPr>
          <a:xfrm>
            <a:off x="4267486" y="2115796"/>
            <a:ext cx="3166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Plays in:       </a:t>
            </a:r>
            <a:r>
              <a:rPr lang="it-IT" u="sng" dirty="0"/>
              <a:t>Barcellona F.C</a:t>
            </a:r>
            <a:r>
              <a:rPr lang="it-IT" dirty="0"/>
              <a:t>.</a:t>
            </a:r>
            <a:endParaRPr lang="it-IT" u="sng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6E7EA3C7-D4B0-1630-FC26-AEAEF5A860D3}"/>
              </a:ext>
            </a:extLst>
          </p:cNvPr>
          <p:cNvSpPr txBox="1"/>
          <p:nvPr/>
        </p:nvSpPr>
        <p:spPr>
          <a:xfrm>
            <a:off x="4267486" y="3295550"/>
            <a:ext cx="31132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Stats</a:t>
            </a:r>
            <a:r>
              <a:rPr lang="it-IT" dirty="0"/>
              <a:t> </a:t>
            </a:r>
            <a:r>
              <a:rPr lang="it-IT" u="sng" dirty="0"/>
              <a:t>2025</a:t>
            </a:r>
            <a:r>
              <a:rPr lang="it-IT" dirty="0"/>
              <a:t>: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EDD8A19-38D3-3408-D8A0-2681B78C57FA}"/>
              </a:ext>
            </a:extLst>
          </p:cNvPr>
          <p:cNvSpPr txBox="1"/>
          <p:nvPr/>
        </p:nvSpPr>
        <p:spPr>
          <a:xfrm>
            <a:off x="3951232" y="6260187"/>
            <a:ext cx="4244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api/</a:t>
            </a:r>
            <a:r>
              <a:rPr lang="it-IT" dirty="0" err="1"/>
              <a:t>showPlayer</a:t>
            </a:r>
            <a:r>
              <a:rPr lang="it-IT" dirty="0"/>
              <a:t>/</a:t>
            </a:r>
            <a:r>
              <a:rPr lang="it-IT" dirty="0" err="1"/>
              <a:t>Lionel_Messi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509834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E142E7-8B3A-309D-B3D9-6C85ED2F6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CC6C8A-EB3D-A563-0EDA-191B02C9E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F4D2C3-7151-98E1-4CF0-EE17E87D4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BCEBCF1-EB45-9732-8323-D718938C6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DC9F4D6-96CD-80F9-51C8-6483D8CB9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User logged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D20336-B097-FA97-A6F0-DFB473947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2C9CF6-990D-58F6-818D-261E4BAA1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A72E1865-4977-EC0B-7AB9-19C85AB315E5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1200030-5219-217F-A59C-D32117497CBF}"/>
              </a:ext>
            </a:extLst>
          </p:cNvPr>
          <p:cNvSpPr/>
          <p:nvPr/>
        </p:nvSpPr>
        <p:spPr>
          <a:xfrm>
            <a:off x="4070115" y="1397670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508C3E1-F3F4-238B-9F52-DEE06C4337D0}"/>
              </a:ext>
            </a:extLst>
          </p:cNvPr>
          <p:cNvSpPr txBox="1"/>
          <p:nvPr/>
        </p:nvSpPr>
        <p:spPr>
          <a:xfrm>
            <a:off x="4198131" y="1550535"/>
            <a:ext cx="1875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Lionel Messi</a:t>
            </a:r>
          </a:p>
        </p:txBody>
      </p: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07B69BF3-85C4-4C23-1C42-07F565517829}"/>
              </a:ext>
            </a:extLst>
          </p:cNvPr>
          <p:cNvCxnSpPr/>
          <p:nvPr/>
        </p:nvCxnSpPr>
        <p:spPr>
          <a:xfrm>
            <a:off x="4267486" y="2000864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B543F416-1066-C7FF-BD3C-67298C2FD854}"/>
              </a:ext>
            </a:extLst>
          </p:cNvPr>
          <p:cNvSpPr txBox="1"/>
          <p:nvPr/>
        </p:nvSpPr>
        <p:spPr>
          <a:xfrm>
            <a:off x="6468989" y="1534037"/>
            <a:ext cx="1030812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Like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A6A3CB2E-53F3-5012-E9D6-2BA8AEF1F492}"/>
              </a:ext>
            </a:extLst>
          </p:cNvPr>
          <p:cNvSpPr txBox="1"/>
          <p:nvPr/>
        </p:nvSpPr>
        <p:spPr>
          <a:xfrm>
            <a:off x="4267486" y="2115796"/>
            <a:ext cx="3166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Plays in:       </a:t>
            </a:r>
            <a:r>
              <a:rPr lang="it-IT" u="sng" dirty="0"/>
              <a:t>Barcellona F.C</a:t>
            </a:r>
            <a:r>
              <a:rPr lang="it-IT" dirty="0"/>
              <a:t>.</a:t>
            </a:r>
            <a:endParaRPr lang="it-IT" u="sng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2D9D347D-083D-2484-1B7B-578281AE815A}"/>
              </a:ext>
            </a:extLst>
          </p:cNvPr>
          <p:cNvSpPr txBox="1"/>
          <p:nvPr/>
        </p:nvSpPr>
        <p:spPr>
          <a:xfrm>
            <a:off x="4267486" y="3295550"/>
            <a:ext cx="31132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Stats</a:t>
            </a:r>
            <a:r>
              <a:rPr lang="it-IT" dirty="0"/>
              <a:t> </a:t>
            </a:r>
            <a:r>
              <a:rPr lang="it-IT" u="sng" dirty="0"/>
              <a:t>2025</a:t>
            </a:r>
            <a:r>
              <a:rPr lang="it-IT" dirty="0"/>
              <a:t>: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3" name="Freccia in giù 2">
            <a:extLst>
              <a:ext uri="{FF2B5EF4-FFF2-40B4-BE49-F238E27FC236}">
                <a16:creationId xmlns:a16="http://schemas.microsoft.com/office/drawing/2014/main" id="{CC662AC9-F054-2ADA-88E6-8EB8337FDA9C}"/>
              </a:ext>
            </a:extLst>
          </p:cNvPr>
          <p:cNvSpPr/>
          <p:nvPr/>
        </p:nvSpPr>
        <p:spPr>
          <a:xfrm>
            <a:off x="7233880" y="1091064"/>
            <a:ext cx="173485" cy="3604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668204E-2648-E884-36C6-9AFDDF29500C}"/>
              </a:ext>
            </a:extLst>
          </p:cNvPr>
          <p:cNvSpPr txBox="1"/>
          <p:nvPr/>
        </p:nvSpPr>
        <p:spPr>
          <a:xfrm>
            <a:off x="3951232" y="6260187"/>
            <a:ext cx="4244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api/</a:t>
            </a:r>
            <a:r>
              <a:rPr lang="it-IT" dirty="0" err="1"/>
              <a:t>showPlayer</a:t>
            </a:r>
            <a:r>
              <a:rPr lang="it-IT" dirty="0"/>
              <a:t>/</a:t>
            </a:r>
            <a:r>
              <a:rPr lang="it-IT" dirty="0" err="1"/>
              <a:t>Lionel_Messi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056C05B-7152-5B3C-CF4B-5AAD1A5103D5}"/>
              </a:ext>
            </a:extLst>
          </p:cNvPr>
          <p:cNvSpPr txBox="1"/>
          <p:nvPr/>
        </p:nvSpPr>
        <p:spPr>
          <a:xfrm>
            <a:off x="6591193" y="735093"/>
            <a:ext cx="4244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>
                    <a:lumMod val="75000"/>
                  </a:schemeClr>
                </a:solidFill>
              </a:rPr>
              <a:t>api/user/like/Player/</a:t>
            </a:r>
            <a:r>
              <a:rPr lang="it-IT" dirty="0" err="1">
                <a:solidFill>
                  <a:schemeClr val="accent2">
                    <a:lumMod val="75000"/>
                  </a:schemeClr>
                </a:solidFill>
              </a:rPr>
              <a:t>Lionel_Messi</a:t>
            </a:r>
            <a:endParaRPr lang="it-IT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E0E12DD-B13A-768A-C892-FFB460DC0D43}"/>
              </a:ext>
            </a:extLst>
          </p:cNvPr>
          <p:cNvSpPr txBox="1"/>
          <p:nvPr/>
        </p:nvSpPr>
        <p:spPr>
          <a:xfrm>
            <a:off x="4267486" y="2663469"/>
            <a:ext cx="2831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showTeam</a:t>
            </a:r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Barcellona_FC</a:t>
            </a:r>
            <a:endParaRPr lang="it-IT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" name="Freccia in giù 12">
            <a:extLst>
              <a:ext uri="{FF2B5EF4-FFF2-40B4-BE49-F238E27FC236}">
                <a16:creationId xmlns:a16="http://schemas.microsoft.com/office/drawing/2014/main" id="{0ADAA171-BB09-AEED-57C3-24F139EF0C3B}"/>
              </a:ext>
            </a:extLst>
          </p:cNvPr>
          <p:cNvSpPr/>
          <p:nvPr/>
        </p:nvSpPr>
        <p:spPr>
          <a:xfrm rot="10800000">
            <a:off x="6073682" y="2451042"/>
            <a:ext cx="127544" cy="25462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6A0D1FE-43DA-EADE-718B-BEE8BC6A1FC0}"/>
              </a:ext>
            </a:extLst>
          </p:cNvPr>
          <p:cNvSpPr txBox="1"/>
          <p:nvPr/>
        </p:nvSpPr>
        <p:spPr>
          <a:xfrm>
            <a:off x="4549297" y="3836453"/>
            <a:ext cx="3178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showPlayer</a:t>
            </a:r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Lionel_Messi</a:t>
            </a:r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/2024</a:t>
            </a:r>
          </a:p>
        </p:txBody>
      </p:sp>
      <p:sp>
        <p:nvSpPr>
          <p:cNvPr id="18" name="Freccia in giù 17">
            <a:extLst>
              <a:ext uri="{FF2B5EF4-FFF2-40B4-BE49-F238E27FC236}">
                <a16:creationId xmlns:a16="http://schemas.microsoft.com/office/drawing/2014/main" id="{393C6C3F-9A30-1A45-10AB-FDD0BB35D6F2}"/>
              </a:ext>
            </a:extLst>
          </p:cNvPr>
          <p:cNvSpPr/>
          <p:nvPr/>
        </p:nvSpPr>
        <p:spPr>
          <a:xfrm rot="10800000">
            <a:off x="5370675" y="3605208"/>
            <a:ext cx="127544" cy="25462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71371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322C6-A995-CA13-AFB2-27C12511A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B2CF44-A409-DD62-9DE3-FC213F5E0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88DC86-9B59-BEBD-2FBD-3FA942A88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E2454F7-5324-CE53-5A23-2DD851413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17049C0-1643-6421-C337-58BE26AD3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Admin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319845-74A3-10C0-90BD-4A4AE131A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90ED99-EE17-D165-CAE7-AF32C1B16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2E2C6579-9617-3088-B8D2-0BB3D936873E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556D1AFB-06DE-5EEC-879C-9400A659630D}"/>
              </a:ext>
            </a:extLst>
          </p:cNvPr>
          <p:cNvSpPr/>
          <p:nvPr/>
        </p:nvSpPr>
        <p:spPr>
          <a:xfrm>
            <a:off x="4355887" y="1530239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F13C011-7D5E-529A-9B43-E9C902B14021}"/>
              </a:ext>
            </a:extLst>
          </p:cNvPr>
          <p:cNvSpPr txBox="1"/>
          <p:nvPr/>
        </p:nvSpPr>
        <p:spPr>
          <a:xfrm>
            <a:off x="4473345" y="1682069"/>
            <a:ext cx="1875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ADMIN</a:t>
            </a:r>
          </a:p>
        </p:txBody>
      </p: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952E83FA-8597-4AF1-F91A-6BBFF64D3F40}"/>
              </a:ext>
            </a:extLst>
          </p:cNvPr>
          <p:cNvCxnSpPr/>
          <p:nvPr/>
        </p:nvCxnSpPr>
        <p:spPr>
          <a:xfrm>
            <a:off x="4542700" y="2132398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5730D22-5D86-9DBE-BDE4-E89A67A448E7}"/>
              </a:ext>
            </a:extLst>
          </p:cNvPr>
          <p:cNvSpPr txBox="1"/>
          <p:nvPr/>
        </p:nvSpPr>
        <p:spPr>
          <a:xfrm>
            <a:off x="4578986" y="2256175"/>
            <a:ext cx="3166574" cy="36933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Search</a:t>
            </a: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7B6E7F7-85CB-7524-5499-652C0B1D7298}"/>
              </a:ext>
            </a:extLst>
          </p:cNvPr>
          <p:cNvSpPr txBox="1"/>
          <p:nvPr/>
        </p:nvSpPr>
        <p:spPr>
          <a:xfrm>
            <a:off x="6090070" y="1677006"/>
            <a:ext cx="1736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Admin name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ADDDBA1-01EE-C46C-06FF-74F7EF4D1F9B}"/>
              </a:ext>
            </a:extLst>
          </p:cNvPr>
          <p:cNvSpPr txBox="1"/>
          <p:nvPr/>
        </p:nvSpPr>
        <p:spPr>
          <a:xfrm>
            <a:off x="4578986" y="2963124"/>
            <a:ext cx="1438267" cy="36933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Add</a:t>
            </a:r>
            <a:r>
              <a:rPr lang="it-IT" dirty="0"/>
              <a:t> player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A2D9FA3-E7BD-E34C-EB63-6A58DDA2C35D}"/>
              </a:ext>
            </a:extLst>
          </p:cNvPr>
          <p:cNvSpPr txBox="1"/>
          <p:nvPr/>
        </p:nvSpPr>
        <p:spPr>
          <a:xfrm>
            <a:off x="4578985" y="3477567"/>
            <a:ext cx="1438267" cy="36933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Mod. player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2B5A5E3-E3B7-9D75-00C4-AE8541A82008}"/>
              </a:ext>
            </a:extLst>
          </p:cNvPr>
          <p:cNvSpPr txBox="1"/>
          <p:nvPr/>
        </p:nvSpPr>
        <p:spPr>
          <a:xfrm>
            <a:off x="6388406" y="3995968"/>
            <a:ext cx="1438267" cy="36933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Del. team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809817B-7BF6-EAA2-8DD8-33378E76E83B}"/>
              </a:ext>
            </a:extLst>
          </p:cNvPr>
          <p:cNvSpPr txBox="1"/>
          <p:nvPr/>
        </p:nvSpPr>
        <p:spPr>
          <a:xfrm>
            <a:off x="6388407" y="2964591"/>
            <a:ext cx="1438267" cy="36933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Del. player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E41E56A-B5FF-8042-5390-01BB1B5439DF}"/>
              </a:ext>
            </a:extLst>
          </p:cNvPr>
          <p:cNvSpPr txBox="1"/>
          <p:nvPr/>
        </p:nvSpPr>
        <p:spPr>
          <a:xfrm>
            <a:off x="4578985" y="3983303"/>
            <a:ext cx="1438267" cy="36933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Add</a:t>
            </a:r>
            <a:r>
              <a:rPr lang="it-IT" dirty="0"/>
              <a:t> team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2D18531-BE69-BF21-8756-4949A46BE993}"/>
              </a:ext>
            </a:extLst>
          </p:cNvPr>
          <p:cNvSpPr txBox="1"/>
          <p:nvPr/>
        </p:nvSpPr>
        <p:spPr>
          <a:xfrm>
            <a:off x="4578985" y="4495380"/>
            <a:ext cx="1438267" cy="36933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Mod. team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ACCCF3E5-A064-D387-B3F5-7CF360239A81}"/>
              </a:ext>
            </a:extLst>
          </p:cNvPr>
          <p:cNvSpPr txBox="1"/>
          <p:nvPr/>
        </p:nvSpPr>
        <p:spPr>
          <a:xfrm>
            <a:off x="4578985" y="5001429"/>
            <a:ext cx="1438267" cy="36933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Add</a:t>
            </a:r>
            <a:r>
              <a:rPr lang="it-IT" dirty="0"/>
              <a:t> Coach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EE7DD967-7732-E1ED-8A79-EBB39FF2ECD9}"/>
              </a:ext>
            </a:extLst>
          </p:cNvPr>
          <p:cNvSpPr txBox="1"/>
          <p:nvPr/>
        </p:nvSpPr>
        <p:spPr>
          <a:xfrm>
            <a:off x="6388406" y="5017300"/>
            <a:ext cx="1438267" cy="36933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Del. Coach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55BE007-AA38-85BD-B0AB-ECAFD5640D60}"/>
              </a:ext>
            </a:extLst>
          </p:cNvPr>
          <p:cNvSpPr txBox="1"/>
          <p:nvPr/>
        </p:nvSpPr>
        <p:spPr>
          <a:xfrm>
            <a:off x="4578985" y="5504078"/>
            <a:ext cx="1438267" cy="338554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sz="1600" dirty="0"/>
              <a:t>Mod. Coach</a:t>
            </a:r>
          </a:p>
        </p:txBody>
      </p:sp>
    </p:spTree>
    <p:extLst>
      <p:ext uri="{BB962C8B-B14F-4D97-AF65-F5344CB8AC3E}">
        <p14:creationId xmlns:p14="http://schemas.microsoft.com/office/powerpoint/2010/main" val="30089771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E56E10-2927-813E-9D1B-7CFD7CEEE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9B1176-6DB7-6193-F398-27135BB04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7973E0-31C7-EDC4-4316-EAC8AD61C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EA2D32B-10A9-EA9D-619A-6777BB150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1267272-E08F-A1DA-0BAE-198C810EA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Admin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2A773E-D2F2-4775-6C91-BD6208E125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BB437D-0A0E-32D8-027B-3241C3B0A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78EBE44-8473-02D5-1EE3-C472288A654E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EAE440E-3028-06BD-DCE3-974F341937AC}"/>
              </a:ext>
            </a:extLst>
          </p:cNvPr>
          <p:cNvSpPr/>
          <p:nvPr/>
        </p:nvSpPr>
        <p:spPr>
          <a:xfrm>
            <a:off x="4355887" y="1530239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F47FCEB-A1EB-5B77-5160-7EE1B09A0691}"/>
              </a:ext>
            </a:extLst>
          </p:cNvPr>
          <p:cNvSpPr txBox="1"/>
          <p:nvPr/>
        </p:nvSpPr>
        <p:spPr>
          <a:xfrm>
            <a:off x="4473345" y="1682069"/>
            <a:ext cx="1875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ADMIN</a:t>
            </a:r>
          </a:p>
        </p:txBody>
      </p: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F3953E46-CEA3-2991-1F0D-9F58D0DB0E1B}"/>
              </a:ext>
            </a:extLst>
          </p:cNvPr>
          <p:cNvCxnSpPr/>
          <p:nvPr/>
        </p:nvCxnSpPr>
        <p:spPr>
          <a:xfrm>
            <a:off x="4542700" y="2132398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C464821-5DC4-CB27-1119-EA06BBFE2193}"/>
              </a:ext>
            </a:extLst>
          </p:cNvPr>
          <p:cNvSpPr txBox="1"/>
          <p:nvPr/>
        </p:nvSpPr>
        <p:spPr>
          <a:xfrm>
            <a:off x="4578986" y="2256175"/>
            <a:ext cx="3166574" cy="36933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Search</a:t>
            </a: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630DCAE-5E27-6FA1-B6B9-12A57BADA375}"/>
              </a:ext>
            </a:extLst>
          </p:cNvPr>
          <p:cNvSpPr txBox="1"/>
          <p:nvPr/>
        </p:nvSpPr>
        <p:spPr>
          <a:xfrm>
            <a:off x="6090070" y="1677006"/>
            <a:ext cx="1736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Admin name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C7D368C-A823-59DF-CC2B-A05EF6982813}"/>
              </a:ext>
            </a:extLst>
          </p:cNvPr>
          <p:cNvSpPr txBox="1"/>
          <p:nvPr/>
        </p:nvSpPr>
        <p:spPr>
          <a:xfrm>
            <a:off x="4578986" y="2963124"/>
            <a:ext cx="1438267" cy="36933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Add</a:t>
            </a:r>
            <a:r>
              <a:rPr lang="it-IT" dirty="0"/>
              <a:t> player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790614E-3113-0E8B-B0EA-DBDA3811D791}"/>
              </a:ext>
            </a:extLst>
          </p:cNvPr>
          <p:cNvSpPr txBox="1"/>
          <p:nvPr/>
        </p:nvSpPr>
        <p:spPr>
          <a:xfrm>
            <a:off x="4578985" y="3477567"/>
            <a:ext cx="1438267" cy="36933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Mod. player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124798F-1337-0E84-C6DE-63D4880BF3F3}"/>
              </a:ext>
            </a:extLst>
          </p:cNvPr>
          <p:cNvSpPr txBox="1"/>
          <p:nvPr/>
        </p:nvSpPr>
        <p:spPr>
          <a:xfrm>
            <a:off x="6388406" y="3995968"/>
            <a:ext cx="1438267" cy="36933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Del. team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2E589FD-7B7B-AAB9-165E-732989DF608A}"/>
              </a:ext>
            </a:extLst>
          </p:cNvPr>
          <p:cNvSpPr txBox="1"/>
          <p:nvPr/>
        </p:nvSpPr>
        <p:spPr>
          <a:xfrm>
            <a:off x="6388407" y="2964591"/>
            <a:ext cx="1438267" cy="36933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Del. player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41838A1-99CF-119A-7B5B-F74EC00D0BD3}"/>
              </a:ext>
            </a:extLst>
          </p:cNvPr>
          <p:cNvSpPr txBox="1"/>
          <p:nvPr/>
        </p:nvSpPr>
        <p:spPr>
          <a:xfrm>
            <a:off x="4578985" y="3983303"/>
            <a:ext cx="1438267" cy="36933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Add</a:t>
            </a:r>
            <a:r>
              <a:rPr lang="it-IT" dirty="0"/>
              <a:t> team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E0976F34-EEEF-651B-0C4A-09C54FE8E1C0}"/>
              </a:ext>
            </a:extLst>
          </p:cNvPr>
          <p:cNvSpPr txBox="1"/>
          <p:nvPr/>
        </p:nvSpPr>
        <p:spPr>
          <a:xfrm>
            <a:off x="4578985" y="4495380"/>
            <a:ext cx="1438267" cy="36933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Mod. team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9D75D703-120E-F31A-B298-A2FAD84FD3C2}"/>
              </a:ext>
            </a:extLst>
          </p:cNvPr>
          <p:cNvSpPr txBox="1"/>
          <p:nvPr/>
        </p:nvSpPr>
        <p:spPr>
          <a:xfrm>
            <a:off x="4578985" y="5001429"/>
            <a:ext cx="1438267" cy="36933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Add</a:t>
            </a:r>
            <a:r>
              <a:rPr lang="it-IT" dirty="0"/>
              <a:t> Coach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B04D8B36-A7E0-6C24-F153-FC6202036886}"/>
              </a:ext>
            </a:extLst>
          </p:cNvPr>
          <p:cNvSpPr txBox="1"/>
          <p:nvPr/>
        </p:nvSpPr>
        <p:spPr>
          <a:xfrm>
            <a:off x="6388406" y="5017300"/>
            <a:ext cx="1438267" cy="36933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Del. Coach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5B03B5FC-6DAA-3825-3BD8-89FDAF027FBD}"/>
              </a:ext>
            </a:extLst>
          </p:cNvPr>
          <p:cNvSpPr txBox="1"/>
          <p:nvPr/>
        </p:nvSpPr>
        <p:spPr>
          <a:xfrm>
            <a:off x="4578985" y="5504078"/>
            <a:ext cx="1438267" cy="338554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sz="1600" dirty="0"/>
              <a:t>Mod. Coach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9C52C815-98BD-9AA9-29B2-00A506710E04}"/>
              </a:ext>
            </a:extLst>
          </p:cNvPr>
          <p:cNvSpPr txBox="1"/>
          <p:nvPr/>
        </p:nvSpPr>
        <p:spPr>
          <a:xfrm>
            <a:off x="2456816" y="2933537"/>
            <a:ext cx="15059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add_player</a:t>
            </a:r>
            <a:endParaRPr lang="it-IT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4" name="Freccia in giù 23">
            <a:extLst>
              <a:ext uri="{FF2B5EF4-FFF2-40B4-BE49-F238E27FC236}">
                <a16:creationId xmlns:a16="http://schemas.microsoft.com/office/drawing/2014/main" id="{7D5DF13D-5292-3203-AB72-AAF4FBDB82BC}"/>
              </a:ext>
            </a:extLst>
          </p:cNvPr>
          <p:cNvSpPr/>
          <p:nvPr/>
        </p:nvSpPr>
        <p:spPr>
          <a:xfrm rot="16200000">
            <a:off x="4126717" y="2849948"/>
            <a:ext cx="201101" cy="545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53E5B36D-8D00-219A-72BF-CC94728501CF}"/>
              </a:ext>
            </a:extLst>
          </p:cNvPr>
          <p:cNvSpPr txBox="1"/>
          <p:nvPr/>
        </p:nvSpPr>
        <p:spPr>
          <a:xfrm>
            <a:off x="628096" y="3523425"/>
            <a:ext cx="3178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modifyPlayer</a:t>
            </a:r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Player_A</a:t>
            </a:r>
            <a:endParaRPr lang="it-IT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6" name="Freccia in giù 25">
            <a:extLst>
              <a:ext uri="{FF2B5EF4-FFF2-40B4-BE49-F238E27FC236}">
                <a16:creationId xmlns:a16="http://schemas.microsoft.com/office/drawing/2014/main" id="{81DF8B7C-F4DC-449A-4CCE-AAD817AF14A5}"/>
              </a:ext>
            </a:extLst>
          </p:cNvPr>
          <p:cNvSpPr/>
          <p:nvPr/>
        </p:nvSpPr>
        <p:spPr>
          <a:xfrm rot="16200000">
            <a:off x="4100273" y="3407381"/>
            <a:ext cx="201101" cy="545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BBD256DE-1BAE-BBC6-B0CD-D017029D0A68}"/>
              </a:ext>
            </a:extLst>
          </p:cNvPr>
          <p:cNvSpPr txBox="1"/>
          <p:nvPr/>
        </p:nvSpPr>
        <p:spPr>
          <a:xfrm>
            <a:off x="643483" y="4002089"/>
            <a:ext cx="3178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addTeam</a:t>
            </a:r>
            <a:endParaRPr lang="it-IT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8" name="Freccia in giù 27">
            <a:extLst>
              <a:ext uri="{FF2B5EF4-FFF2-40B4-BE49-F238E27FC236}">
                <a16:creationId xmlns:a16="http://schemas.microsoft.com/office/drawing/2014/main" id="{8AA0F330-542D-0A4D-4A02-33649A21964F}"/>
              </a:ext>
            </a:extLst>
          </p:cNvPr>
          <p:cNvSpPr/>
          <p:nvPr/>
        </p:nvSpPr>
        <p:spPr>
          <a:xfrm rot="16200000">
            <a:off x="4115660" y="3886045"/>
            <a:ext cx="201101" cy="545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E64AFF22-A848-451C-33C2-0B3ED4A6E408}"/>
              </a:ext>
            </a:extLst>
          </p:cNvPr>
          <p:cNvSpPr txBox="1"/>
          <p:nvPr/>
        </p:nvSpPr>
        <p:spPr>
          <a:xfrm>
            <a:off x="628096" y="4498058"/>
            <a:ext cx="3178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modifyTeam</a:t>
            </a:r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Team_A</a:t>
            </a:r>
            <a:endParaRPr lang="it-IT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0" name="Freccia in giù 29">
            <a:extLst>
              <a:ext uri="{FF2B5EF4-FFF2-40B4-BE49-F238E27FC236}">
                <a16:creationId xmlns:a16="http://schemas.microsoft.com/office/drawing/2014/main" id="{6DACB5D8-7D94-C794-FC5E-A46CEFA47D69}"/>
              </a:ext>
            </a:extLst>
          </p:cNvPr>
          <p:cNvSpPr/>
          <p:nvPr/>
        </p:nvSpPr>
        <p:spPr>
          <a:xfrm rot="16200000">
            <a:off x="4100273" y="4382014"/>
            <a:ext cx="201101" cy="545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30036AEA-BBFF-EC2D-8E50-C095A9E32955}"/>
              </a:ext>
            </a:extLst>
          </p:cNvPr>
          <p:cNvSpPr txBox="1"/>
          <p:nvPr/>
        </p:nvSpPr>
        <p:spPr>
          <a:xfrm>
            <a:off x="650945" y="5053664"/>
            <a:ext cx="3178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addCoach</a:t>
            </a:r>
            <a:endParaRPr lang="it-IT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2" name="Freccia in giù 31">
            <a:extLst>
              <a:ext uri="{FF2B5EF4-FFF2-40B4-BE49-F238E27FC236}">
                <a16:creationId xmlns:a16="http://schemas.microsoft.com/office/drawing/2014/main" id="{48B01667-A662-9281-8E7A-EADFC01EEEAC}"/>
              </a:ext>
            </a:extLst>
          </p:cNvPr>
          <p:cNvSpPr/>
          <p:nvPr/>
        </p:nvSpPr>
        <p:spPr>
          <a:xfrm rot="16200000">
            <a:off x="4123122" y="4937620"/>
            <a:ext cx="201101" cy="545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EE3562A8-D911-6CBD-E972-8995A3DE1135}"/>
              </a:ext>
            </a:extLst>
          </p:cNvPr>
          <p:cNvSpPr txBox="1"/>
          <p:nvPr/>
        </p:nvSpPr>
        <p:spPr>
          <a:xfrm>
            <a:off x="617848" y="5561843"/>
            <a:ext cx="3178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modifyCoach</a:t>
            </a:r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Coach_A</a:t>
            </a:r>
            <a:endParaRPr lang="it-IT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4" name="Freccia in giù 33">
            <a:extLst>
              <a:ext uri="{FF2B5EF4-FFF2-40B4-BE49-F238E27FC236}">
                <a16:creationId xmlns:a16="http://schemas.microsoft.com/office/drawing/2014/main" id="{BB371A38-D4C0-DF1B-8BD5-E4BDB22547E8}"/>
              </a:ext>
            </a:extLst>
          </p:cNvPr>
          <p:cNvSpPr/>
          <p:nvPr/>
        </p:nvSpPr>
        <p:spPr>
          <a:xfrm rot="16200000">
            <a:off x="4090025" y="5445799"/>
            <a:ext cx="201101" cy="545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9B5C76ED-71C7-1E2F-1017-CD8BE168CB23}"/>
              </a:ext>
            </a:extLst>
          </p:cNvPr>
          <p:cNvSpPr txBox="1"/>
          <p:nvPr/>
        </p:nvSpPr>
        <p:spPr>
          <a:xfrm>
            <a:off x="8612304" y="2979439"/>
            <a:ext cx="3178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deletePlayer</a:t>
            </a:r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Lionel_Messi</a:t>
            </a:r>
            <a:endParaRPr lang="it-IT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6" name="Freccia in giù 35">
            <a:extLst>
              <a:ext uri="{FF2B5EF4-FFF2-40B4-BE49-F238E27FC236}">
                <a16:creationId xmlns:a16="http://schemas.microsoft.com/office/drawing/2014/main" id="{A9026AEE-D069-A7BD-2BE9-03C717A7FACA}"/>
              </a:ext>
            </a:extLst>
          </p:cNvPr>
          <p:cNvSpPr/>
          <p:nvPr/>
        </p:nvSpPr>
        <p:spPr>
          <a:xfrm rot="5400000">
            <a:off x="8033490" y="2875268"/>
            <a:ext cx="201101" cy="545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60C5FDE2-8508-BBE0-BBA5-1CE74575B81B}"/>
              </a:ext>
            </a:extLst>
          </p:cNvPr>
          <p:cNvSpPr txBox="1"/>
          <p:nvPr/>
        </p:nvSpPr>
        <p:spPr>
          <a:xfrm>
            <a:off x="8612304" y="4020826"/>
            <a:ext cx="3178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deleteTeam</a:t>
            </a:r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Team_A</a:t>
            </a:r>
            <a:endParaRPr lang="it-IT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Freccia in giù 37">
            <a:extLst>
              <a:ext uri="{FF2B5EF4-FFF2-40B4-BE49-F238E27FC236}">
                <a16:creationId xmlns:a16="http://schemas.microsoft.com/office/drawing/2014/main" id="{429DC46E-7060-72A3-11AA-8CA749D7657B}"/>
              </a:ext>
            </a:extLst>
          </p:cNvPr>
          <p:cNvSpPr/>
          <p:nvPr/>
        </p:nvSpPr>
        <p:spPr>
          <a:xfrm rot="5400000">
            <a:off x="8033490" y="3916655"/>
            <a:ext cx="201101" cy="545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97B140C5-75DD-89C0-51BA-98854FB5AC59}"/>
              </a:ext>
            </a:extLst>
          </p:cNvPr>
          <p:cNvSpPr txBox="1"/>
          <p:nvPr/>
        </p:nvSpPr>
        <p:spPr>
          <a:xfrm>
            <a:off x="8655851" y="5019902"/>
            <a:ext cx="3178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api/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deleteCoach</a:t>
            </a:r>
            <a:r>
              <a:rPr lang="it-IT" sz="1400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</a:rPr>
              <a:t>Coach_A</a:t>
            </a:r>
            <a:endParaRPr lang="it-IT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0" name="Freccia in giù 39">
            <a:extLst>
              <a:ext uri="{FF2B5EF4-FFF2-40B4-BE49-F238E27FC236}">
                <a16:creationId xmlns:a16="http://schemas.microsoft.com/office/drawing/2014/main" id="{780A5BF9-C931-10EF-1E4E-FBDD2557241E}"/>
              </a:ext>
            </a:extLst>
          </p:cNvPr>
          <p:cNvSpPr/>
          <p:nvPr/>
        </p:nvSpPr>
        <p:spPr>
          <a:xfrm rot="5400000">
            <a:off x="8077037" y="4915731"/>
            <a:ext cx="201101" cy="545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92291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12EFC-C2E0-0993-090A-56C70F657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5C597A4-1A62-9CC3-2A13-AABA0C2A6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7689ED-86A5-22C8-BF5A-6AEDFCE66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18F34B7-7CDB-1277-0C05-AA5EB8E5A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60ABE44-7FD0-23DA-240F-28B867991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Admin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E35D29-E58F-81C9-4178-A5941D7DA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1DA347-7C44-7833-E4FD-76E00CED91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E69A5BDB-C349-12FC-8C38-120693C99676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685EE841-1E64-40F5-DEA1-BE48C5C8CDA4}"/>
              </a:ext>
            </a:extLst>
          </p:cNvPr>
          <p:cNvSpPr/>
          <p:nvPr/>
        </p:nvSpPr>
        <p:spPr>
          <a:xfrm>
            <a:off x="395006" y="1450883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C9A144EB-1536-EE47-35AC-FA6A5AF46693}"/>
              </a:ext>
            </a:extLst>
          </p:cNvPr>
          <p:cNvSpPr txBox="1"/>
          <p:nvPr/>
        </p:nvSpPr>
        <p:spPr>
          <a:xfrm>
            <a:off x="523022" y="1603748"/>
            <a:ext cx="1875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Lionel Messi</a:t>
            </a:r>
          </a:p>
        </p:txBody>
      </p: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35366295-6405-62DD-419E-29F83908FB7D}"/>
              </a:ext>
            </a:extLst>
          </p:cNvPr>
          <p:cNvCxnSpPr/>
          <p:nvPr/>
        </p:nvCxnSpPr>
        <p:spPr>
          <a:xfrm>
            <a:off x="592377" y="2054077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EDDB0B1A-889B-9C4D-3EF2-CBC9793CEE67}"/>
              </a:ext>
            </a:extLst>
          </p:cNvPr>
          <p:cNvSpPr txBox="1"/>
          <p:nvPr/>
        </p:nvSpPr>
        <p:spPr>
          <a:xfrm>
            <a:off x="592377" y="2169009"/>
            <a:ext cx="3166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Plays in:       </a:t>
            </a:r>
            <a:r>
              <a:rPr lang="it-IT" u="sng" dirty="0"/>
              <a:t>Barcellona F.C</a:t>
            </a:r>
            <a:r>
              <a:rPr lang="it-IT" dirty="0"/>
              <a:t>.</a:t>
            </a:r>
            <a:endParaRPr lang="it-IT" u="sng" dirty="0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3749D0EB-2DF8-3264-A204-EFA5F1F18C4E}"/>
              </a:ext>
            </a:extLst>
          </p:cNvPr>
          <p:cNvSpPr txBox="1"/>
          <p:nvPr/>
        </p:nvSpPr>
        <p:spPr>
          <a:xfrm>
            <a:off x="619041" y="2671993"/>
            <a:ext cx="31132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Stats</a:t>
            </a:r>
            <a:r>
              <a:rPr lang="it-IT" dirty="0"/>
              <a:t> </a:t>
            </a:r>
            <a:r>
              <a:rPr lang="it-IT" u="sng" dirty="0"/>
              <a:t>2025</a:t>
            </a:r>
            <a:r>
              <a:rPr lang="it-IT" dirty="0"/>
              <a:t>: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42A1339A-EE15-7258-EA39-ED381F8E1A20}"/>
              </a:ext>
            </a:extLst>
          </p:cNvPr>
          <p:cNvSpPr/>
          <p:nvPr/>
        </p:nvSpPr>
        <p:spPr>
          <a:xfrm>
            <a:off x="4394766" y="1450883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33FE0543-99CD-4D81-23EE-23B065E7E606}"/>
              </a:ext>
            </a:extLst>
          </p:cNvPr>
          <p:cNvSpPr txBox="1"/>
          <p:nvPr/>
        </p:nvSpPr>
        <p:spPr>
          <a:xfrm>
            <a:off x="4522782" y="1603748"/>
            <a:ext cx="1875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Josè Mourinho</a:t>
            </a:r>
          </a:p>
        </p:txBody>
      </p: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9456645F-1041-EBE8-F8A7-094D354BA3E9}"/>
              </a:ext>
            </a:extLst>
          </p:cNvPr>
          <p:cNvCxnSpPr/>
          <p:nvPr/>
        </p:nvCxnSpPr>
        <p:spPr>
          <a:xfrm>
            <a:off x="4592137" y="2054077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32257617-3104-6026-D690-A6C4E46AD9F7}"/>
              </a:ext>
            </a:extLst>
          </p:cNvPr>
          <p:cNvSpPr txBox="1"/>
          <p:nvPr/>
        </p:nvSpPr>
        <p:spPr>
          <a:xfrm>
            <a:off x="4755515" y="5543788"/>
            <a:ext cx="3024658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Trained</a:t>
            </a:r>
            <a:r>
              <a:rPr lang="it-IT" dirty="0"/>
              <a:t> teams history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920C81A2-6754-DF53-C035-04AB172FFD8A}"/>
              </a:ext>
            </a:extLst>
          </p:cNvPr>
          <p:cNvSpPr txBox="1"/>
          <p:nvPr/>
        </p:nvSpPr>
        <p:spPr>
          <a:xfrm>
            <a:off x="4592137" y="2169009"/>
            <a:ext cx="3166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Coach of:       </a:t>
            </a:r>
            <a:r>
              <a:rPr lang="it-IT" u="sng" dirty="0"/>
              <a:t>Roma F.C.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D2EA5D3D-10B5-3358-7CF8-1349B960EBF1}"/>
              </a:ext>
            </a:extLst>
          </p:cNvPr>
          <p:cNvSpPr txBox="1"/>
          <p:nvPr/>
        </p:nvSpPr>
        <p:spPr>
          <a:xfrm>
            <a:off x="4711237" y="2670454"/>
            <a:ext cx="31132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General info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E3CA2EED-DC67-6C34-38D9-F581574D910A}"/>
              </a:ext>
            </a:extLst>
          </p:cNvPr>
          <p:cNvSpPr/>
          <p:nvPr/>
        </p:nvSpPr>
        <p:spPr>
          <a:xfrm>
            <a:off x="8315731" y="1450883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343D4629-A318-445B-2833-5C31E3C041A3}"/>
              </a:ext>
            </a:extLst>
          </p:cNvPr>
          <p:cNvSpPr txBox="1"/>
          <p:nvPr/>
        </p:nvSpPr>
        <p:spPr>
          <a:xfrm>
            <a:off x="8443747" y="1603748"/>
            <a:ext cx="1875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Roma F.C.</a:t>
            </a:r>
          </a:p>
        </p:txBody>
      </p:sp>
      <p:cxnSp>
        <p:nvCxnSpPr>
          <p:cNvPr id="43" name="Connettore diritto 42">
            <a:extLst>
              <a:ext uri="{FF2B5EF4-FFF2-40B4-BE49-F238E27FC236}">
                <a16:creationId xmlns:a16="http://schemas.microsoft.com/office/drawing/2014/main" id="{97F50079-CE50-5550-C879-21D34E935B03}"/>
              </a:ext>
            </a:extLst>
          </p:cNvPr>
          <p:cNvCxnSpPr/>
          <p:nvPr/>
        </p:nvCxnSpPr>
        <p:spPr>
          <a:xfrm>
            <a:off x="8513102" y="2054077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DA9616A0-D2CF-359A-57B8-E419340CBD9C}"/>
              </a:ext>
            </a:extLst>
          </p:cNvPr>
          <p:cNvSpPr txBox="1"/>
          <p:nvPr/>
        </p:nvSpPr>
        <p:spPr>
          <a:xfrm>
            <a:off x="8676480" y="5543788"/>
            <a:ext cx="3024658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Show </a:t>
            </a:r>
            <a:r>
              <a:rPr lang="it-IT" dirty="0" err="1"/>
              <a:t>current</a:t>
            </a:r>
            <a:r>
              <a:rPr lang="it-IT" dirty="0"/>
              <a:t> </a:t>
            </a:r>
            <a:r>
              <a:rPr lang="it-IT" dirty="0" err="1"/>
              <a:t>formation</a:t>
            </a:r>
            <a:endParaRPr lang="it-IT" dirty="0"/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5A191E98-6E06-0240-EA5D-A8491938AE6B}"/>
              </a:ext>
            </a:extLst>
          </p:cNvPr>
          <p:cNvSpPr txBox="1"/>
          <p:nvPr/>
        </p:nvSpPr>
        <p:spPr>
          <a:xfrm>
            <a:off x="8513102" y="2169009"/>
            <a:ext cx="3166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Coach:     </a:t>
            </a:r>
            <a:r>
              <a:rPr lang="it-IT" u="sng" dirty="0"/>
              <a:t>Jose Mourinho</a:t>
            </a: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B449DA19-6166-2049-7567-6A51DEA23333}"/>
              </a:ext>
            </a:extLst>
          </p:cNvPr>
          <p:cNvSpPr txBox="1"/>
          <p:nvPr/>
        </p:nvSpPr>
        <p:spPr>
          <a:xfrm>
            <a:off x="8632202" y="2670454"/>
            <a:ext cx="31132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General info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r>
              <a:rPr lang="it-IT" dirty="0"/>
              <a:t>…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221595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B7271E-CADF-BB92-3315-9D6915090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1943F80-9208-1151-76F5-1FEFB08D0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6846BC-70D6-5053-0F8F-FDB85287A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0FE59DA-DD6F-7EEC-8B39-7466B81C0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1A33286-36FD-BB49-D328-D31BBFCEC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21" y="369903"/>
            <a:ext cx="4244902" cy="657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Admin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CEAEA4-06FA-CE7E-2116-0287DBF74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EC19F6-C9D9-2BD0-4988-DC5945D0D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109377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A02FAF24-E40D-66CC-7C81-0225C5A995ED}"/>
              </a:ext>
            </a:extLst>
          </p:cNvPr>
          <p:cNvSpPr/>
          <p:nvPr/>
        </p:nvSpPr>
        <p:spPr>
          <a:xfrm>
            <a:off x="650945" y="5109377"/>
            <a:ext cx="10962403" cy="1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A00D2660-6D55-57DB-F26F-FE2D564313EE}"/>
              </a:ext>
            </a:extLst>
          </p:cNvPr>
          <p:cNvSpPr/>
          <p:nvPr/>
        </p:nvSpPr>
        <p:spPr>
          <a:xfrm>
            <a:off x="4267200" y="1397670"/>
            <a:ext cx="3657600" cy="4709652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D0F0F40D-BA81-DED1-A57A-A3B613B0646E}"/>
              </a:ext>
            </a:extLst>
          </p:cNvPr>
          <p:cNvCxnSpPr/>
          <p:nvPr/>
        </p:nvCxnSpPr>
        <p:spPr>
          <a:xfrm>
            <a:off x="4464571" y="2000864"/>
            <a:ext cx="32839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BBC3A1AE-7A00-B21C-6262-1D8A011A7FFA}"/>
              </a:ext>
            </a:extLst>
          </p:cNvPr>
          <p:cNvSpPr txBox="1"/>
          <p:nvPr/>
        </p:nvSpPr>
        <p:spPr>
          <a:xfrm>
            <a:off x="4606486" y="2313078"/>
            <a:ext cx="3024661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Article</a:t>
            </a:r>
            <a:r>
              <a:rPr lang="it-IT" dirty="0"/>
              <a:t> </a:t>
            </a:r>
            <a:r>
              <a:rPr lang="it-IT" dirty="0" err="1"/>
              <a:t>title</a:t>
            </a:r>
            <a:r>
              <a:rPr lang="it-IT" dirty="0"/>
              <a:t> 92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6041D5DB-7ED3-711B-3581-C8031D2009A7}"/>
              </a:ext>
            </a:extLst>
          </p:cNvPr>
          <p:cNvSpPr txBox="1"/>
          <p:nvPr/>
        </p:nvSpPr>
        <p:spPr>
          <a:xfrm>
            <a:off x="4606487" y="2837431"/>
            <a:ext cx="3024660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Article</a:t>
            </a:r>
            <a:r>
              <a:rPr lang="it-IT" dirty="0"/>
              <a:t> </a:t>
            </a:r>
            <a:r>
              <a:rPr lang="it-IT" dirty="0" err="1"/>
              <a:t>title</a:t>
            </a:r>
            <a:r>
              <a:rPr lang="it-IT" dirty="0"/>
              <a:t> 91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5D047E8E-21AE-FFAD-8030-9BB21765B369}"/>
              </a:ext>
            </a:extLst>
          </p:cNvPr>
          <p:cNvSpPr txBox="1"/>
          <p:nvPr/>
        </p:nvSpPr>
        <p:spPr>
          <a:xfrm>
            <a:off x="4606486" y="3383164"/>
            <a:ext cx="3024659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Article</a:t>
            </a:r>
            <a:r>
              <a:rPr lang="it-IT" dirty="0"/>
              <a:t> </a:t>
            </a:r>
            <a:r>
              <a:rPr lang="it-IT" dirty="0" err="1"/>
              <a:t>title</a:t>
            </a:r>
            <a:r>
              <a:rPr lang="it-IT" dirty="0"/>
              <a:t> 91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A87E2094-6C0E-4DCB-EA56-63DDB4C84A7F}"/>
              </a:ext>
            </a:extLst>
          </p:cNvPr>
          <p:cNvSpPr txBox="1"/>
          <p:nvPr/>
        </p:nvSpPr>
        <p:spPr>
          <a:xfrm>
            <a:off x="4606487" y="3889691"/>
            <a:ext cx="3024658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…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1AE9C4BE-5232-94FC-CC07-6789E9DC4068}"/>
              </a:ext>
            </a:extLst>
          </p:cNvPr>
          <p:cNvSpPr txBox="1"/>
          <p:nvPr/>
        </p:nvSpPr>
        <p:spPr>
          <a:xfrm>
            <a:off x="4464571" y="1534037"/>
            <a:ext cx="1287300" cy="369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User A</a:t>
            </a:r>
          </a:p>
        </p:txBody>
      </p:sp>
    </p:spTree>
    <p:extLst>
      <p:ext uri="{BB962C8B-B14F-4D97-AF65-F5344CB8AC3E}">
        <p14:creationId xmlns:p14="http://schemas.microsoft.com/office/powerpoint/2010/main" val="713426713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5941</TotalTime>
  <Words>1308</Words>
  <Application>Microsoft Office PowerPoint</Application>
  <PresentationFormat>Widescreen</PresentationFormat>
  <Paragraphs>476</Paragraphs>
  <Slides>30</Slides>
  <Notes>0</Notes>
  <HiddenSlides>1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30</vt:i4>
      </vt:variant>
    </vt:vector>
  </HeadingPairs>
  <TitlesOfParts>
    <vt:vector size="35" baseType="lpstr">
      <vt:lpstr>Arial</vt:lpstr>
      <vt:lpstr>Calibri</vt:lpstr>
      <vt:lpstr>Neue Haas Grotesk Text Pro</vt:lpstr>
      <vt:lpstr>Open Sans</vt:lpstr>
      <vt:lpstr>AccentBoxVTI</vt:lpstr>
      <vt:lpstr>Large scale database mock-ups</vt:lpstr>
      <vt:lpstr>Unregistered user</vt:lpstr>
      <vt:lpstr>Unregistered user</vt:lpstr>
      <vt:lpstr>Registered user</vt:lpstr>
      <vt:lpstr>Registered user</vt:lpstr>
      <vt:lpstr>Registered user</vt:lpstr>
      <vt:lpstr>User logged in</vt:lpstr>
      <vt:lpstr>User logged in</vt:lpstr>
      <vt:lpstr>User logged in</vt:lpstr>
      <vt:lpstr>User logged</vt:lpstr>
      <vt:lpstr>User logged</vt:lpstr>
      <vt:lpstr>User logged</vt:lpstr>
      <vt:lpstr>User logged</vt:lpstr>
      <vt:lpstr>User logged</vt:lpstr>
      <vt:lpstr>User logged</vt:lpstr>
      <vt:lpstr>User logged</vt:lpstr>
      <vt:lpstr>User logged</vt:lpstr>
      <vt:lpstr>User logged</vt:lpstr>
      <vt:lpstr>User logged</vt:lpstr>
      <vt:lpstr>User logged</vt:lpstr>
      <vt:lpstr>User logged</vt:lpstr>
      <vt:lpstr>User logged</vt:lpstr>
      <vt:lpstr>User logged</vt:lpstr>
      <vt:lpstr>User logged</vt:lpstr>
      <vt:lpstr>User logged</vt:lpstr>
      <vt:lpstr>User logged</vt:lpstr>
      <vt:lpstr>Admin</vt:lpstr>
      <vt:lpstr>Admin</vt:lpstr>
      <vt:lpstr>Admin</vt:lpstr>
      <vt:lpstr>Admin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 Pio Pace</dc:creator>
  <cp:lastModifiedBy>Carlo Pio Pace</cp:lastModifiedBy>
  <cp:revision>18</cp:revision>
  <dcterms:created xsi:type="dcterms:W3CDTF">2025-04-14T09:34:05Z</dcterms:created>
  <dcterms:modified xsi:type="dcterms:W3CDTF">2025-05-01T20:23:27Z</dcterms:modified>
</cp:coreProperties>
</file>